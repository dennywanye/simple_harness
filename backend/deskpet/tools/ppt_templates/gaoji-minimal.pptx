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10"/>
  </p:notesMasterIdLst>
  <p:handoutMasterIdLst>
    <p:handoutMasterId r:id="rId27"/>
  </p:handoutMasterIdLst>
  <p:sldIdLst>
    <p:sldId id="256" r:id="rId4"/>
    <p:sldId id="975" r:id="rId5"/>
    <p:sldId id="976" r:id="rId6"/>
    <p:sldId id="957" r:id="rId7"/>
    <p:sldId id="954" r:id="rId8"/>
    <p:sldId id="956" r:id="rId9"/>
    <p:sldId id="974" r:id="rId11"/>
    <p:sldId id="287" r:id="rId12"/>
    <p:sldId id="980" r:id="rId13"/>
    <p:sldId id="981" r:id="rId14"/>
    <p:sldId id="291" r:id="rId15"/>
    <p:sldId id="947" r:id="rId16"/>
    <p:sldId id="893" r:id="rId17"/>
    <p:sldId id="948" r:id="rId18"/>
    <p:sldId id="931" r:id="rId19"/>
    <p:sldId id="949" r:id="rId20"/>
    <p:sldId id="946" r:id="rId21"/>
    <p:sldId id="950" r:id="rId22"/>
    <p:sldId id="951" r:id="rId23"/>
    <p:sldId id="952" r:id="rId24"/>
    <p:sldId id="953" r:id="rId25"/>
    <p:sldId id="979" r:id="rId26"/>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7584"/>
    <a:srgbClr val="CEC3CE"/>
    <a:srgbClr val="945552"/>
    <a:srgbClr val="A5AAB5"/>
    <a:srgbClr val="A59E8C"/>
    <a:srgbClr val="7B8A73"/>
    <a:srgbClr val="8496AD"/>
    <a:srgbClr val="636163"/>
    <a:srgbClr val="A58284"/>
    <a:srgbClr val="C58D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2" d="100"/>
          <a:sy n="102" d="100"/>
        </p:scale>
        <p:origin x="138"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1" Type="http://schemas.openxmlformats.org/officeDocument/2006/relationships/tags" Target="tags/tag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4">
                <a:lumMod val="75000"/>
              </a:schemeClr>
            </a:solidFill>
            <a:ln>
              <a:noFill/>
            </a:ln>
            <a:effectLst/>
            <a:sp3d/>
          </c:spPr>
          <c:invertIfNegative val="0"/>
          <c:dLbls>
            <c:delete val="1"/>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spPr>
            <a:solidFill>
              <a:srgbClr val="FFC000"/>
            </a:solidFill>
            <a:ln>
              <a:noFill/>
            </a:ln>
            <a:effectLst/>
            <a:sp3d/>
          </c:spPr>
          <c:invertIfNegative val="0"/>
          <c:dLbls>
            <c:delete val="1"/>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Series 3</c:v>
                </c:pt>
              </c:strCache>
            </c:strRef>
          </c:tx>
          <c:spPr>
            <a:solidFill>
              <a:schemeClr val="accent3"/>
            </a:solidFill>
            <a:ln>
              <a:noFill/>
            </a:ln>
            <a:effectLst/>
            <a:sp3d/>
          </c:spPr>
          <c:invertIfNegative val="0"/>
          <c:dLbls>
            <c:delete val="1"/>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515096800"/>
        <c:axId val="515093848"/>
      </c:barChart>
      <c:catAx>
        <c:axId val="51509680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accent4">
                    <a:lumMod val="40000"/>
                    <a:lumOff val="60000"/>
                  </a:schemeClr>
                </a:solidFill>
                <a:latin typeface="+mn-lt"/>
                <a:ea typeface="+mn-ea"/>
                <a:cs typeface="+mn-cs"/>
              </a:defRPr>
            </a:pPr>
          </a:p>
        </c:txPr>
        <c:crossAx val="515093848"/>
        <c:crosses val="autoZero"/>
        <c:auto val="1"/>
        <c:lblAlgn val="ctr"/>
        <c:lblOffset val="100"/>
        <c:noMultiLvlLbl val="0"/>
      </c:catAx>
      <c:valAx>
        <c:axId val="51509384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accent4">
                    <a:lumMod val="40000"/>
                    <a:lumOff val="60000"/>
                  </a:schemeClr>
                </a:solidFill>
                <a:latin typeface="+mn-lt"/>
                <a:ea typeface="+mn-ea"/>
                <a:cs typeface="+mn-cs"/>
              </a:defRPr>
            </a:pPr>
          </a:p>
        </c:txPr>
        <c:crossAx val="5150968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accent4">
                  <a:lumMod val="40000"/>
                  <a:lumOff val="60000"/>
                </a:schemeClr>
              </a:solidFill>
              <a:latin typeface="+mn-lt"/>
              <a:ea typeface="+mn-ea"/>
              <a:cs typeface="+mn-cs"/>
            </a:defRPr>
          </a:pPr>
        </a:p>
      </c:txPr>
    </c:legend>
    <c:plotVisOnly val="1"/>
    <c:dispBlanksAs val="gap"/>
    <c:showDLblsOverMax val="0"/>
  </c:chart>
  <c:spPr>
    <a:noFill/>
    <a:ln>
      <a:noFill/>
    </a:ln>
    <a:effectLst/>
  </c:spPr>
  <c:txPr>
    <a:bodyPr/>
    <a:lstStyle/>
    <a:p>
      <a:pPr>
        <a:defRPr lang="zh-CN">
          <a:solidFill>
            <a:schemeClr val="accent4">
              <a:lumMod val="40000"/>
              <a:lumOff val="6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D706771-0499-4DA0-8912-C66184CBBC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1F55ACB-5C5F-4D01-BED3-BAB9D5BE61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0_Title Page">
    <p:spTree>
      <p:nvGrpSpPr>
        <p:cNvPr id="1" name=""/>
        <p:cNvGrpSpPr/>
        <p:nvPr/>
      </p:nvGrpSpPr>
      <p:grpSpPr>
        <a:xfrm>
          <a:off x="0" y="0"/>
          <a:ext cx="0" cy="0"/>
          <a:chOff x="0" y="0"/>
          <a:chExt cx="0" cy="0"/>
        </a:xfrm>
      </p:grpSpPr>
      <p:sp>
        <p:nvSpPr>
          <p:cNvPr id="6" name="Freeform: Shape 5"/>
          <p:cNvSpPr>
            <a:spLocks noGrp="1"/>
          </p:cNvSpPr>
          <p:nvPr>
            <p:ph type="pic" sz="quarter" idx="18"/>
          </p:nvPr>
        </p:nvSpPr>
        <p:spPr>
          <a:xfrm>
            <a:off x="5888202" y="3976329"/>
            <a:ext cx="2566469" cy="2367319"/>
          </a:xfrm>
          <a:custGeom>
            <a:avLst/>
            <a:gdLst>
              <a:gd name="connsiteX0" fmla="*/ 0 w 2566469"/>
              <a:gd name="connsiteY0" fmla="*/ 0 h 2367319"/>
              <a:gd name="connsiteX1" fmla="*/ 2566469 w 2566469"/>
              <a:gd name="connsiteY1" fmla="*/ 0 h 2367319"/>
              <a:gd name="connsiteX2" fmla="*/ 2566469 w 2566469"/>
              <a:gd name="connsiteY2" fmla="*/ 2367319 h 2367319"/>
              <a:gd name="connsiteX3" fmla="*/ 0 w 2566469"/>
              <a:gd name="connsiteY3" fmla="*/ 2367319 h 2367319"/>
            </a:gdLst>
            <a:ahLst/>
            <a:cxnLst>
              <a:cxn ang="0">
                <a:pos x="connsiteX0" y="connsiteY0"/>
              </a:cxn>
              <a:cxn ang="0">
                <a:pos x="connsiteX1" y="connsiteY1"/>
              </a:cxn>
              <a:cxn ang="0">
                <a:pos x="connsiteX2" y="connsiteY2"/>
              </a:cxn>
              <a:cxn ang="0">
                <a:pos x="connsiteX3" y="connsiteY3"/>
              </a:cxn>
            </a:cxnLst>
            <a:rect l="l" t="t" r="r" b="b"/>
            <a:pathLst>
              <a:path w="2566469" h="2367319">
                <a:moveTo>
                  <a:pt x="0" y="0"/>
                </a:moveTo>
                <a:lnTo>
                  <a:pt x="2566469" y="0"/>
                </a:lnTo>
                <a:lnTo>
                  <a:pt x="2566469" y="2367319"/>
                </a:lnTo>
                <a:lnTo>
                  <a:pt x="0" y="2367319"/>
                </a:lnTo>
                <a:close/>
              </a:path>
            </a:pathLst>
          </a:custGeom>
        </p:spPr>
        <p:txBody>
          <a:bodyPr wrap="square">
            <a:noAutofit/>
          </a:bodyPr>
          <a:lstStyle>
            <a:lvl1pPr marL="0" indent="0" algn="ctr">
              <a:buNone/>
              <a:defRPr sz="1200">
                <a:solidFill>
                  <a:schemeClr val="tx1">
                    <a:lumMod val="50000"/>
                    <a:lumOff val="50000"/>
                  </a:schemeClr>
                </a:solidFill>
                <a:latin typeface="Montserrat Light" pitchFamily="50" charset="0"/>
              </a:defRPr>
            </a:lvl1pPr>
          </a:lstStyle>
          <a:p>
            <a:endParaRPr lang="en-US" dirty="0"/>
          </a:p>
        </p:txBody>
      </p:sp>
      <p:sp>
        <p:nvSpPr>
          <p:cNvPr id="5" name="Freeform: Shape 4"/>
          <p:cNvSpPr>
            <a:spLocks noGrp="1"/>
          </p:cNvSpPr>
          <p:nvPr>
            <p:ph type="pic" sz="quarter" idx="17"/>
          </p:nvPr>
        </p:nvSpPr>
        <p:spPr>
          <a:xfrm>
            <a:off x="5888202" y="1409700"/>
            <a:ext cx="2566469" cy="2367319"/>
          </a:xfrm>
          <a:custGeom>
            <a:avLst/>
            <a:gdLst>
              <a:gd name="connsiteX0" fmla="*/ 0 w 2566469"/>
              <a:gd name="connsiteY0" fmla="*/ 0 h 2367319"/>
              <a:gd name="connsiteX1" fmla="*/ 2566469 w 2566469"/>
              <a:gd name="connsiteY1" fmla="*/ 0 h 2367319"/>
              <a:gd name="connsiteX2" fmla="*/ 2566469 w 2566469"/>
              <a:gd name="connsiteY2" fmla="*/ 2367319 h 2367319"/>
              <a:gd name="connsiteX3" fmla="*/ 0 w 2566469"/>
              <a:gd name="connsiteY3" fmla="*/ 2367319 h 2367319"/>
            </a:gdLst>
            <a:ahLst/>
            <a:cxnLst>
              <a:cxn ang="0">
                <a:pos x="connsiteX0" y="connsiteY0"/>
              </a:cxn>
              <a:cxn ang="0">
                <a:pos x="connsiteX1" y="connsiteY1"/>
              </a:cxn>
              <a:cxn ang="0">
                <a:pos x="connsiteX2" y="connsiteY2"/>
              </a:cxn>
              <a:cxn ang="0">
                <a:pos x="connsiteX3" y="connsiteY3"/>
              </a:cxn>
            </a:cxnLst>
            <a:rect l="l" t="t" r="r" b="b"/>
            <a:pathLst>
              <a:path w="2566469" h="2367319">
                <a:moveTo>
                  <a:pt x="0" y="0"/>
                </a:moveTo>
                <a:lnTo>
                  <a:pt x="2566469" y="0"/>
                </a:lnTo>
                <a:lnTo>
                  <a:pt x="2566469" y="2367319"/>
                </a:lnTo>
                <a:lnTo>
                  <a:pt x="0" y="2367319"/>
                </a:lnTo>
                <a:close/>
              </a:path>
            </a:pathLst>
          </a:custGeom>
        </p:spPr>
        <p:txBody>
          <a:bodyPr wrap="square">
            <a:noAutofit/>
          </a:bodyPr>
          <a:lstStyle>
            <a:lvl1pPr marL="0" indent="0" algn="ctr">
              <a:buNone/>
              <a:defRPr sz="1200">
                <a:solidFill>
                  <a:schemeClr val="tx1">
                    <a:lumMod val="50000"/>
                    <a:lumOff val="50000"/>
                  </a:schemeClr>
                </a:solidFill>
                <a:latin typeface="Montserrat Light" pitchFamily="50" charset="0"/>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5_Title Page">
    <p:spTree>
      <p:nvGrpSpPr>
        <p:cNvPr id="1" name=""/>
        <p:cNvGrpSpPr/>
        <p:nvPr/>
      </p:nvGrpSpPr>
      <p:grpSpPr>
        <a:xfrm>
          <a:off x="0" y="0"/>
          <a:ext cx="0" cy="0"/>
          <a:chOff x="0" y="0"/>
          <a:chExt cx="0" cy="0"/>
        </a:xfrm>
      </p:grpSpPr>
      <p:sp>
        <p:nvSpPr>
          <p:cNvPr id="4" name="Picture Placeholder 3"/>
          <p:cNvSpPr>
            <a:spLocks noGrp="1"/>
          </p:cNvSpPr>
          <p:nvPr>
            <p:ph type="pic" sz="quarter" idx="16"/>
          </p:nvPr>
        </p:nvSpPr>
        <p:spPr>
          <a:xfrm>
            <a:off x="5429250" y="1409700"/>
            <a:ext cx="6762750" cy="4933950"/>
          </a:xfrm>
          <a:custGeom>
            <a:avLst/>
            <a:gdLst>
              <a:gd name="connsiteX0" fmla="*/ 0 w 6762750"/>
              <a:gd name="connsiteY0" fmla="*/ 0 h 4933950"/>
              <a:gd name="connsiteX1" fmla="*/ 6762750 w 6762750"/>
              <a:gd name="connsiteY1" fmla="*/ 0 h 4933950"/>
              <a:gd name="connsiteX2" fmla="*/ 6762750 w 6762750"/>
              <a:gd name="connsiteY2" fmla="*/ 4933950 h 4933950"/>
              <a:gd name="connsiteX3" fmla="*/ 0 w 6762750"/>
              <a:gd name="connsiteY3" fmla="*/ 4933950 h 4933950"/>
            </a:gdLst>
            <a:ahLst/>
            <a:cxnLst>
              <a:cxn ang="0">
                <a:pos x="connsiteX0" y="connsiteY0"/>
              </a:cxn>
              <a:cxn ang="0">
                <a:pos x="connsiteX1" y="connsiteY1"/>
              </a:cxn>
              <a:cxn ang="0">
                <a:pos x="connsiteX2" y="connsiteY2"/>
              </a:cxn>
              <a:cxn ang="0">
                <a:pos x="connsiteX3" y="connsiteY3"/>
              </a:cxn>
            </a:cxnLst>
            <a:rect l="l" t="t" r="r" b="b"/>
            <a:pathLst>
              <a:path w="6762750" h="4933950">
                <a:moveTo>
                  <a:pt x="0" y="0"/>
                </a:moveTo>
                <a:lnTo>
                  <a:pt x="6762750" y="0"/>
                </a:lnTo>
                <a:lnTo>
                  <a:pt x="6762750" y="4933950"/>
                </a:lnTo>
                <a:lnTo>
                  <a:pt x="0" y="4933950"/>
                </a:lnTo>
                <a:close/>
              </a:path>
            </a:pathLst>
          </a:custGeom>
        </p:spPr>
        <p:txBody>
          <a:bodyPr wrap="square">
            <a:noAutofit/>
          </a:bodyPr>
          <a:lstStyle>
            <a:lvl1pPr marL="0" indent="0" algn="ctr">
              <a:buNone/>
              <a:defRPr sz="1200">
                <a:solidFill>
                  <a:schemeClr val="tx1">
                    <a:lumMod val="50000"/>
                    <a:lumOff val="50000"/>
                  </a:schemeClr>
                </a:solidFill>
                <a:latin typeface="Montserrat Light" pitchFamily="50" charset="0"/>
              </a:defRPr>
            </a:lvl1pPr>
          </a:lstStyle>
          <a:p>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Full Image without Header &amp; Footer">
    <p:bg>
      <p:bgPr>
        <a:blipFill dpi="0" rotWithShape="1">
          <a:blip r:embed="rId2" cstate="screen">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0_Title Page">
    <p:spTree>
      <p:nvGrpSpPr>
        <p:cNvPr id="1" name=""/>
        <p:cNvGrpSpPr/>
        <p:nvPr/>
      </p:nvGrpSpPr>
      <p:grpSpPr>
        <a:xfrm>
          <a:off x="0" y="0"/>
          <a:ext cx="0" cy="0"/>
          <a:chOff x="0" y="0"/>
          <a:chExt cx="0" cy="0"/>
        </a:xfrm>
      </p:grpSpPr>
      <p:sp>
        <p:nvSpPr>
          <p:cNvPr id="4" name="Picture Placeholder 3"/>
          <p:cNvSpPr>
            <a:spLocks noGrp="1"/>
          </p:cNvSpPr>
          <p:nvPr>
            <p:ph type="pic" sz="quarter" idx="16"/>
          </p:nvPr>
        </p:nvSpPr>
        <p:spPr>
          <a:xfrm>
            <a:off x="967486" y="3101669"/>
            <a:ext cx="3247983" cy="3316847"/>
          </a:xfrm>
          <a:custGeom>
            <a:avLst/>
            <a:gdLst>
              <a:gd name="connsiteX0" fmla="*/ 0 w 3247983"/>
              <a:gd name="connsiteY0" fmla="*/ 0 h 3316847"/>
              <a:gd name="connsiteX1" fmla="*/ 3247983 w 3247983"/>
              <a:gd name="connsiteY1" fmla="*/ 0 h 3316847"/>
              <a:gd name="connsiteX2" fmla="*/ 3247983 w 3247983"/>
              <a:gd name="connsiteY2" fmla="*/ 3316847 h 3316847"/>
              <a:gd name="connsiteX3" fmla="*/ 0 w 3247983"/>
              <a:gd name="connsiteY3" fmla="*/ 3316847 h 3316847"/>
            </a:gdLst>
            <a:ahLst/>
            <a:cxnLst>
              <a:cxn ang="0">
                <a:pos x="connsiteX0" y="connsiteY0"/>
              </a:cxn>
              <a:cxn ang="0">
                <a:pos x="connsiteX1" y="connsiteY1"/>
              </a:cxn>
              <a:cxn ang="0">
                <a:pos x="connsiteX2" y="connsiteY2"/>
              </a:cxn>
              <a:cxn ang="0">
                <a:pos x="connsiteX3" y="connsiteY3"/>
              </a:cxn>
            </a:cxnLst>
            <a:rect l="l" t="t" r="r" b="b"/>
            <a:pathLst>
              <a:path w="3247983" h="3316847">
                <a:moveTo>
                  <a:pt x="0" y="0"/>
                </a:moveTo>
                <a:lnTo>
                  <a:pt x="3247983" y="0"/>
                </a:lnTo>
                <a:lnTo>
                  <a:pt x="3247983" y="3316847"/>
                </a:lnTo>
                <a:lnTo>
                  <a:pt x="0" y="3316847"/>
                </a:lnTo>
                <a:close/>
              </a:path>
            </a:pathLst>
          </a:custGeom>
        </p:spPr>
        <p:txBody>
          <a:bodyPr wrap="square">
            <a:noAutofit/>
          </a:bodyPr>
          <a:lstStyle>
            <a:lvl1pPr marL="0" indent="0" algn="ctr">
              <a:buNone/>
              <a:defRPr sz="1200">
                <a:solidFill>
                  <a:schemeClr val="tx1">
                    <a:lumMod val="50000"/>
                    <a:lumOff val="50000"/>
                  </a:schemeClr>
                </a:solidFill>
                <a:latin typeface="Montserrat Light" pitchFamily="50" charset="0"/>
              </a:defRPr>
            </a:lvl1pPr>
          </a:lstStyle>
          <a:p>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1">
    <p:spTree>
      <p:nvGrpSpPr>
        <p:cNvPr id="1" name=""/>
        <p:cNvGrpSpPr/>
        <p:nvPr/>
      </p:nvGrpSpPr>
      <p:grpSpPr>
        <a:xfrm>
          <a:off x="0" y="0"/>
          <a:ext cx="0" cy="0"/>
          <a:chOff x="0" y="0"/>
          <a:chExt cx="0" cy="0"/>
        </a:xfrm>
      </p:grpSpPr>
      <p:sp>
        <p:nvSpPr>
          <p:cNvPr id="18" name="Slide Number Placeholder 5"/>
          <p:cNvSpPr txBox="1"/>
          <p:nvPr userDrawn="1"/>
        </p:nvSpPr>
        <p:spPr>
          <a:xfrm>
            <a:off x="11631256" y="173194"/>
            <a:ext cx="431790"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panose="00000500000000000000" pitchFamily="2" charset="0"/>
                <a:ea typeface="Montserrat" panose="00000500000000000000" pitchFamily="2" charset="0"/>
                <a:cs typeface="Calibri" panose="020F0502020204030204" pitchFamily="34" charset="0"/>
              </a:rPr>
            </a:fld>
            <a:endParaRPr lang="en-US" sz="800" b="0" i="0" dirty="0">
              <a:solidFill>
                <a:srgbClr val="FEFEFE"/>
              </a:solidFill>
              <a:latin typeface="Montserrat" panose="00000500000000000000" pitchFamily="2" charset="0"/>
              <a:ea typeface="Montserrat" panose="00000500000000000000" pitchFamily="2" charset="0"/>
              <a:cs typeface="Calibri" panose="020F0502020204030204" pitchFamily="34" charset="0"/>
            </a:endParaRPr>
          </a:p>
        </p:txBody>
      </p:sp>
      <p:sp>
        <p:nvSpPr>
          <p:cNvPr id="14" name="Picture Placeholder 13"/>
          <p:cNvSpPr>
            <a:spLocks noGrp="1"/>
          </p:cNvSpPr>
          <p:nvPr>
            <p:ph type="pic" sz="quarter" idx="17"/>
          </p:nvPr>
        </p:nvSpPr>
        <p:spPr>
          <a:xfrm>
            <a:off x="0" y="4517246"/>
            <a:ext cx="12192000" cy="1859837"/>
          </a:xfrm>
          <a:custGeom>
            <a:avLst/>
            <a:gdLst>
              <a:gd name="connsiteX0" fmla="*/ 0 w 12192000"/>
              <a:gd name="connsiteY0" fmla="*/ 0 h 1859837"/>
              <a:gd name="connsiteX1" fmla="*/ 12192000 w 12192000"/>
              <a:gd name="connsiteY1" fmla="*/ 0 h 1859837"/>
              <a:gd name="connsiteX2" fmla="*/ 12192000 w 12192000"/>
              <a:gd name="connsiteY2" fmla="*/ 1859837 h 1859837"/>
              <a:gd name="connsiteX3" fmla="*/ 0 w 12192000"/>
              <a:gd name="connsiteY3" fmla="*/ 1859837 h 1859837"/>
            </a:gdLst>
            <a:ahLst/>
            <a:cxnLst>
              <a:cxn ang="0">
                <a:pos x="connsiteX0" y="connsiteY0"/>
              </a:cxn>
              <a:cxn ang="0">
                <a:pos x="connsiteX1" y="connsiteY1"/>
              </a:cxn>
              <a:cxn ang="0">
                <a:pos x="connsiteX2" y="connsiteY2"/>
              </a:cxn>
              <a:cxn ang="0">
                <a:pos x="connsiteX3" y="connsiteY3"/>
              </a:cxn>
            </a:cxnLst>
            <a:rect l="l" t="t" r="r" b="b"/>
            <a:pathLst>
              <a:path w="12192000" h="1859837">
                <a:moveTo>
                  <a:pt x="0" y="0"/>
                </a:moveTo>
                <a:lnTo>
                  <a:pt x="12192000" y="0"/>
                </a:lnTo>
                <a:lnTo>
                  <a:pt x="12192000" y="1859837"/>
                </a:lnTo>
                <a:lnTo>
                  <a:pt x="0" y="1859837"/>
                </a:lnTo>
                <a:close/>
              </a:path>
            </a:pathLst>
          </a:custGeom>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0_Title 1">
    <p:spTree>
      <p:nvGrpSpPr>
        <p:cNvPr id="1" name=""/>
        <p:cNvGrpSpPr/>
        <p:nvPr/>
      </p:nvGrpSpPr>
      <p:grpSpPr>
        <a:xfrm>
          <a:off x="0" y="0"/>
          <a:ext cx="0" cy="0"/>
          <a:chOff x="0" y="0"/>
          <a:chExt cx="0" cy="0"/>
        </a:xfrm>
      </p:grpSpPr>
      <p:sp>
        <p:nvSpPr>
          <p:cNvPr id="17" name="Picture Placeholder 16"/>
          <p:cNvSpPr>
            <a:spLocks noGrp="1"/>
          </p:cNvSpPr>
          <p:nvPr>
            <p:ph type="pic" sz="quarter" idx="15"/>
          </p:nvPr>
        </p:nvSpPr>
        <p:spPr>
          <a:xfrm>
            <a:off x="5051170" y="3759198"/>
            <a:ext cx="6093389" cy="2179555"/>
          </a:xfrm>
          <a:custGeom>
            <a:avLst/>
            <a:gdLst>
              <a:gd name="connsiteX0" fmla="*/ 0 w 6093389"/>
              <a:gd name="connsiteY0" fmla="*/ 0 h 2179555"/>
              <a:gd name="connsiteX1" fmla="*/ 6093389 w 6093389"/>
              <a:gd name="connsiteY1" fmla="*/ 0 h 2179555"/>
              <a:gd name="connsiteX2" fmla="*/ 6093389 w 6093389"/>
              <a:gd name="connsiteY2" fmla="*/ 2179555 h 2179555"/>
              <a:gd name="connsiteX3" fmla="*/ 0 w 6093389"/>
              <a:gd name="connsiteY3" fmla="*/ 2179555 h 2179555"/>
            </a:gdLst>
            <a:ahLst/>
            <a:cxnLst>
              <a:cxn ang="0">
                <a:pos x="connsiteX0" y="connsiteY0"/>
              </a:cxn>
              <a:cxn ang="0">
                <a:pos x="connsiteX1" y="connsiteY1"/>
              </a:cxn>
              <a:cxn ang="0">
                <a:pos x="connsiteX2" y="connsiteY2"/>
              </a:cxn>
              <a:cxn ang="0">
                <a:pos x="connsiteX3" y="connsiteY3"/>
              </a:cxn>
            </a:cxnLst>
            <a:rect l="l" t="t" r="r" b="b"/>
            <a:pathLst>
              <a:path w="6093389" h="2179555">
                <a:moveTo>
                  <a:pt x="0" y="0"/>
                </a:moveTo>
                <a:lnTo>
                  <a:pt x="6093389" y="0"/>
                </a:lnTo>
                <a:lnTo>
                  <a:pt x="6093389" y="2179555"/>
                </a:lnTo>
                <a:lnTo>
                  <a:pt x="0" y="2179555"/>
                </a:lnTo>
                <a:close/>
              </a:path>
            </a:pathLst>
          </a:custGeom>
        </p:spPr>
        <p:txBody>
          <a:bodyPr wrap="square" anchor="ctr">
            <a:noAutofit/>
          </a:bodyPr>
          <a:lstStyle/>
          <a:p>
            <a:endParaRPr lang="en-US" dirty="0"/>
          </a:p>
        </p:txBody>
      </p:sp>
      <p:sp>
        <p:nvSpPr>
          <p:cNvPr id="15" name="Picture Placeholder 14"/>
          <p:cNvSpPr>
            <a:spLocks noGrp="1"/>
          </p:cNvSpPr>
          <p:nvPr>
            <p:ph type="pic" sz="quarter" idx="14"/>
          </p:nvPr>
        </p:nvSpPr>
        <p:spPr>
          <a:xfrm>
            <a:off x="1047442" y="3759200"/>
            <a:ext cx="3880158" cy="2179555"/>
          </a:xfrm>
          <a:custGeom>
            <a:avLst/>
            <a:gdLst>
              <a:gd name="connsiteX0" fmla="*/ 0 w 3880158"/>
              <a:gd name="connsiteY0" fmla="*/ 0 h 2179555"/>
              <a:gd name="connsiteX1" fmla="*/ 3880158 w 3880158"/>
              <a:gd name="connsiteY1" fmla="*/ 0 h 2179555"/>
              <a:gd name="connsiteX2" fmla="*/ 3880158 w 3880158"/>
              <a:gd name="connsiteY2" fmla="*/ 2179555 h 2179555"/>
              <a:gd name="connsiteX3" fmla="*/ 0 w 3880158"/>
              <a:gd name="connsiteY3" fmla="*/ 2179555 h 2179555"/>
            </a:gdLst>
            <a:ahLst/>
            <a:cxnLst>
              <a:cxn ang="0">
                <a:pos x="connsiteX0" y="connsiteY0"/>
              </a:cxn>
              <a:cxn ang="0">
                <a:pos x="connsiteX1" y="connsiteY1"/>
              </a:cxn>
              <a:cxn ang="0">
                <a:pos x="connsiteX2" y="connsiteY2"/>
              </a:cxn>
              <a:cxn ang="0">
                <a:pos x="connsiteX3" y="connsiteY3"/>
              </a:cxn>
            </a:cxnLst>
            <a:rect l="l" t="t" r="r" b="b"/>
            <a:pathLst>
              <a:path w="3880158" h="2179555">
                <a:moveTo>
                  <a:pt x="0" y="0"/>
                </a:moveTo>
                <a:lnTo>
                  <a:pt x="3880158" y="0"/>
                </a:lnTo>
                <a:lnTo>
                  <a:pt x="3880158" y="2179555"/>
                </a:lnTo>
                <a:lnTo>
                  <a:pt x="0" y="2179555"/>
                </a:lnTo>
                <a:close/>
              </a:path>
            </a:pathLst>
          </a:custGeom>
        </p:spPr>
        <p:txBody>
          <a:bodyPr wrap="square" anchor="ctr">
            <a:noAutofit/>
          </a:bodyPr>
          <a:lstStyle/>
          <a:p>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3C0ED4F-F725-41F8-9149-25AE81DCDC6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F1951B-EC5F-4900-8F55-94D0F8D170AD}"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Page">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Title Page">
    <p:spTree>
      <p:nvGrpSpPr>
        <p:cNvPr id="1" name=""/>
        <p:cNvGrpSpPr/>
        <p:nvPr/>
      </p:nvGrpSpPr>
      <p:grpSpPr>
        <a:xfrm>
          <a:off x="0" y="0"/>
          <a:ext cx="0" cy="0"/>
          <a:chOff x="0" y="0"/>
          <a:chExt cx="0" cy="0"/>
        </a:xfrm>
      </p:grpSpPr>
      <p:sp>
        <p:nvSpPr>
          <p:cNvPr id="6" name="Picture Placeholder 13"/>
          <p:cNvSpPr>
            <a:spLocks noGrp="1"/>
          </p:cNvSpPr>
          <p:nvPr>
            <p:ph type="pic" sz="quarter" idx="23"/>
          </p:nvPr>
        </p:nvSpPr>
        <p:spPr>
          <a:xfrm>
            <a:off x="5217317" y="2594806"/>
            <a:ext cx="1435895" cy="2450932"/>
          </a:xfrm>
          <a:custGeom>
            <a:avLst/>
            <a:gdLst>
              <a:gd name="connsiteX0" fmla="*/ 0 w 3364232"/>
              <a:gd name="connsiteY0" fmla="*/ 0 h 2456499"/>
              <a:gd name="connsiteX1" fmla="*/ 3364232 w 3364232"/>
              <a:gd name="connsiteY1" fmla="*/ 0 h 2456499"/>
              <a:gd name="connsiteX2" fmla="*/ 3364232 w 3364232"/>
              <a:gd name="connsiteY2" fmla="*/ 2456499 h 2456499"/>
              <a:gd name="connsiteX3" fmla="*/ 0 w 3364232"/>
              <a:gd name="connsiteY3" fmla="*/ 2456499 h 2456499"/>
            </a:gdLst>
            <a:ahLst/>
            <a:cxnLst>
              <a:cxn ang="0">
                <a:pos x="connsiteX0" y="connsiteY0"/>
              </a:cxn>
              <a:cxn ang="0">
                <a:pos x="connsiteX1" y="connsiteY1"/>
              </a:cxn>
              <a:cxn ang="0">
                <a:pos x="connsiteX2" y="connsiteY2"/>
              </a:cxn>
              <a:cxn ang="0">
                <a:pos x="connsiteX3" y="connsiteY3"/>
              </a:cxn>
            </a:cxnLst>
            <a:rect l="l" t="t" r="r" b="b"/>
            <a:pathLst>
              <a:path w="3364232" h="2456499">
                <a:moveTo>
                  <a:pt x="0" y="0"/>
                </a:moveTo>
                <a:lnTo>
                  <a:pt x="3364232" y="0"/>
                </a:lnTo>
                <a:lnTo>
                  <a:pt x="3364232" y="2456499"/>
                </a:lnTo>
                <a:lnTo>
                  <a:pt x="0" y="2456499"/>
                </a:lnTo>
                <a:close/>
              </a:path>
            </a:pathLst>
          </a:custGeom>
        </p:spPr>
        <p:txBody>
          <a:bodyPr wrap="square" anchor="ctr">
            <a:noAutofit/>
          </a:bodyPr>
          <a:lstStyle>
            <a:lvl1pPr marL="0" indent="0" algn="ctr">
              <a:buNone/>
              <a:defRPr sz="1200"/>
            </a:lvl1pPr>
          </a:lstStyle>
          <a:p>
            <a:endParaRPr lang="en-US" dirty="0"/>
          </a:p>
        </p:txBody>
      </p:sp>
      <p:sp>
        <p:nvSpPr>
          <p:cNvPr id="7" name="Picture Placeholder 13"/>
          <p:cNvSpPr>
            <a:spLocks noGrp="1"/>
          </p:cNvSpPr>
          <p:nvPr>
            <p:ph type="pic" sz="quarter" idx="22"/>
          </p:nvPr>
        </p:nvSpPr>
        <p:spPr>
          <a:xfrm>
            <a:off x="1155661" y="2022934"/>
            <a:ext cx="4235330" cy="2647894"/>
          </a:xfrm>
          <a:custGeom>
            <a:avLst/>
            <a:gdLst>
              <a:gd name="connsiteX0" fmla="*/ 0 w 3364232"/>
              <a:gd name="connsiteY0" fmla="*/ 0 h 2456499"/>
              <a:gd name="connsiteX1" fmla="*/ 3364232 w 3364232"/>
              <a:gd name="connsiteY1" fmla="*/ 0 h 2456499"/>
              <a:gd name="connsiteX2" fmla="*/ 3364232 w 3364232"/>
              <a:gd name="connsiteY2" fmla="*/ 2456499 h 2456499"/>
              <a:gd name="connsiteX3" fmla="*/ 0 w 3364232"/>
              <a:gd name="connsiteY3" fmla="*/ 2456499 h 2456499"/>
            </a:gdLst>
            <a:ahLst/>
            <a:cxnLst>
              <a:cxn ang="0">
                <a:pos x="connsiteX0" y="connsiteY0"/>
              </a:cxn>
              <a:cxn ang="0">
                <a:pos x="connsiteX1" y="connsiteY1"/>
              </a:cxn>
              <a:cxn ang="0">
                <a:pos x="connsiteX2" y="connsiteY2"/>
              </a:cxn>
              <a:cxn ang="0">
                <a:pos x="connsiteX3" y="connsiteY3"/>
              </a:cxn>
            </a:cxnLst>
            <a:rect l="l" t="t" r="r" b="b"/>
            <a:pathLst>
              <a:path w="3364232" h="2456499">
                <a:moveTo>
                  <a:pt x="0" y="0"/>
                </a:moveTo>
                <a:lnTo>
                  <a:pt x="3364232" y="0"/>
                </a:lnTo>
                <a:lnTo>
                  <a:pt x="3364232" y="2456499"/>
                </a:lnTo>
                <a:lnTo>
                  <a:pt x="0" y="2456499"/>
                </a:lnTo>
                <a:close/>
              </a:path>
            </a:pathLst>
          </a:custGeom>
        </p:spPr>
        <p:txBody>
          <a:bodyPr wrap="square" anchor="ctr">
            <a:noAutofit/>
          </a:bodyPr>
          <a:lstStyle>
            <a:lvl1pPr marL="0" indent="0" algn="ctr">
              <a:buNone/>
              <a:defRPr sz="1200"/>
            </a:lvl1pPr>
          </a:lstStyle>
          <a:p>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4" Type="http://schemas.openxmlformats.org/officeDocument/2006/relationships/theme" Target="../theme/theme2.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706771-0499-4DA0-8912-C66184CBBCF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F55ACB-5C5F-4D01-BED3-BAB9D5BE61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C0ED4F-F725-41F8-9149-25AE81DCDC6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F1951B-EC5F-4900-8F55-94D0F8D170A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10.jpe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png"/><Relationship Id="rId2" Type="http://schemas.microsoft.com/office/2007/relationships/hdphoto" Target="../media/image16.wdp"/><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png"/><Relationship Id="rId1"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21.jpeg"/><Relationship Id="rId1"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23.jpeg"/><Relationship Id="rId1" Type="http://schemas.openxmlformats.org/officeDocument/2006/relationships/image" Target="../media/image22.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8.xml"/><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27.jpe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8.xml"/><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3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33.jpeg"/><Relationship Id="rId1" Type="http://schemas.openxmlformats.org/officeDocument/2006/relationships/image" Target="../media/image32.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8.xml"/><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34.jpe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8.xml"/><Relationship Id="rId4" Type="http://schemas.openxmlformats.org/officeDocument/2006/relationships/image" Target="../media/image40.jpeg"/><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7" name="矩形 6"/>
          <p:cNvSpPr/>
          <p:nvPr/>
        </p:nvSpPr>
        <p:spPr>
          <a:xfrm>
            <a:off x="6587040" y="3087373"/>
            <a:ext cx="4392821" cy="829945"/>
          </a:xfrm>
          <a:prstGeom prst="rect">
            <a:avLst/>
          </a:prstGeom>
        </p:spPr>
        <p:txBody>
          <a:bodyPr wrap="square">
            <a:spAutoFit/>
          </a:bodyPr>
          <a:lstStyle/>
          <a:p>
            <a:r>
              <a:rPr lang="en-US" altLang="zh-CN" sz="4800" dirty="0">
                <a:solidFill>
                  <a:schemeClr val="bg1"/>
                </a:solidFill>
                <a:latin typeface="等线" panose="02010600030101010101" charset="-122"/>
                <a:ea typeface="等线" panose="02010600030101010101" charset="-122"/>
                <a:cs typeface="宋体" panose="02010600030101010101" pitchFamily="2" charset="-122"/>
              </a:rPr>
              <a:t>MORIMOTO</a:t>
            </a:r>
            <a:endParaRPr lang="en-US" altLang="zh-CN" sz="4800" dirty="0">
              <a:solidFill>
                <a:schemeClr val="bg1"/>
              </a:solidFill>
              <a:latin typeface="等线" panose="02010600030101010101" charset="-122"/>
              <a:ea typeface="等线" panose="02010600030101010101" charset="-122"/>
              <a:cs typeface="宋体" panose="02010600030101010101" pitchFamily="2" charset="-122"/>
            </a:endParaRPr>
          </a:p>
        </p:txBody>
      </p:sp>
      <p:sp>
        <p:nvSpPr>
          <p:cNvPr id="11" name="文本框 10"/>
          <p:cNvSpPr txBox="1"/>
          <p:nvPr/>
        </p:nvSpPr>
        <p:spPr>
          <a:xfrm>
            <a:off x="6619351" y="4000009"/>
            <a:ext cx="4724463" cy="891540"/>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1000" dirty="0">
              <a:solidFill>
                <a:schemeClr val="bg1"/>
              </a:solidFill>
              <a:latin typeface="+mj-lt"/>
              <a:ea typeface="思源黑体 CN Light" panose="020B0300000000000000" charset="-122"/>
              <a:cs typeface="+mj-lt"/>
            </a:endParaRPr>
          </a:p>
        </p:txBody>
      </p:sp>
      <p:sp>
        <p:nvSpPr>
          <p:cNvPr id="19" name="矩形 18"/>
          <p:cNvSpPr/>
          <p:nvPr/>
        </p:nvSpPr>
        <p:spPr>
          <a:xfrm>
            <a:off x="6645623" y="5035390"/>
            <a:ext cx="3763825" cy="676561"/>
          </a:xfrm>
          <a:prstGeom prst="rect">
            <a:avLst/>
          </a:prstGeom>
          <a:solidFill>
            <a:srgbClr val="CE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6750272" y="5219902"/>
            <a:ext cx="2916439" cy="307777"/>
          </a:xfrm>
          <a:prstGeom prst="rect">
            <a:avLst/>
          </a:prstGeom>
          <a:noFill/>
        </p:spPr>
        <p:txBody>
          <a:bodyPr vert="horz" wrap="none" rtlCol="0">
            <a:spAutoFit/>
          </a:bodyPr>
          <a:lstStyle/>
          <a:p>
            <a:r>
              <a:rPr lang="en-US" altLang="zh-CN" sz="1400" dirty="0">
                <a:solidFill>
                  <a:schemeClr val="bg1"/>
                </a:solidFill>
                <a:latin typeface="等线" panose="02010600030101010101" charset="-122"/>
                <a:ea typeface="宋体" panose="02010600030101010101" pitchFamily="2" charset="-122"/>
                <a:cs typeface="Times New Roman" panose="02020603050405020304" charset="0"/>
              </a:rPr>
              <a:t>I WALKED THROUGH MANY MOUNTAINS</a:t>
            </a:r>
            <a:endParaRPr lang="zh-CN" altLang="en-US" sz="1400" dirty="0">
              <a:solidFill>
                <a:schemeClr val="bg1"/>
              </a:solidFill>
              <a:latin typeface="等线" panose="02010600030101010101" charset="-122"/>
            </a:endParaRPr>
          </a:p>
        </p:txBody>
      </p:sp>
      <p:sp>
        <p:nvSpPr>
          <p:cNvPr id="14" name="矩形 13"/>
          <p:cNvSpPr/>
          <p:nvPr/>
        </p:nvSpPr>
        <p:spPr>
          <a:xfrm>
            <a:off x="4843417" y="0"/>
            <a:ext cx="7348854" cy="6858000"/>
          </a:xfrm>
          <a:prstGeom prst="rect">
            <a:avLst/>
          </a:prstGeom>
          <a:blipFill dpi="0" rotWithShape="1">
            <a:blip r:embed="rId1" cstate="screen">
              <a:alphaModFix amt="4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727648" y="1582057"/>
            <a:ext cx="5491405" cy="4281715"/>
          </a:xfrm>
          <a:prstGeom prst="round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4" name="矩形 3"/>
          <p:cNvSpPr/>
          <p:nvPr/>
        </p:nvSpPr>
        <p:spPr>
          <a:xfrm>
            <a:off x="0" y="2386739"/>
            <a:ext cx="8384583" cy="2805193"/>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8384583" y="2386738"/>
            <a:ext cx="3807417" cy="4471262"/>
          </a:xfrm>
          <a:prstGeom prst="rect">
            <a:avLst/>
          </a:prstGeom>
          <a:solidFill>
            <a:srgbClr val="CE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510312" y="603935"/>
            <a:ext cx="4650622" cy="1188536"/>
            <a:chOff x="758286" y="705173"/>
            <a:chExt cx="4650622" cy="1188536"/>
          </a:xfrm>
        </p:grpSpPr>
        <p:sp>
          <p:nvSpPr>
            <p:cNvPr id="6" name="文本框 5"/>
            <p:cNvSpPr txBox="1"/>
            <p:nvPr/>
          </p:nvSpPr>
          <p:spPr>
            <a:xfrm>
              <a:off x="758286" y="705173"/>
              <a:ext cx="4154677" cy="646331"/>
            </a:xfrm>
            <a:prstGeom prst="rect">
              <a:avLst/>
            </a:prstGeom>
            <a:noFill/>
          </p:spPr>
          <p:txBody>
            <a:bodyPr wrap="square" rtlCol="0">
              <a:spAutoFit/>
            </a:bodyPr>
            <a:lstStyle/>
            <a:p>
              <a:r>
                <a:rPr lang="zh-CN" altLang="en-US" sz="3600" dirty="0">
                  <a:solidFill>
                    <a:schemeClr val="bg1"/>
                  </a:solidFill>
                  <a:latin typeface=".黑体UI-繁" pitchFamily="2" charset="-128"/>
                  <a:ea typeface=".黑体UI-繁" pitchFamily="2" charset="-128"/>
                  <a:cs typeface=".黑体UI-繁" pitchFamily="2" charset="-128"/>
                </a:rPr>
                <a:t>添加此处原有标题</a:t>
              </a:r>
              <a:endParaRPr lang="zh-CN" altLang="en-US" sz="3600" dirty="0">
                <a:solidFill>
                  <a:schemeClr val="bg1"/>
                </a:solidFill>
                <a:latin typeface=".黑体UI-繁" pitchFamily="2" charset="-128"/>
                <a:ea typeface=".黑体UI-繁" pitchFamily="2" charset="-128"/>
                <a:cs typeface=".黑体UI-繁" pitchFamily="2" charset="-128"/>
              </a:endParaRPr>
            </a:p>
          </p:txBody>
        </p:sp>
        <p:sp>
          <p:nvSpPr>
            <p:cNvPr id="7" name="文本框 6"/>
            <p:cNvSpPr txBox="1"/>
            <p:nvPr/>
          </p:nvSpPr>
          <p:spPr>
            <a:xfrm>
              <a:off x="789282" y="1429736"/>
              <a:ext cx="4619626" cy="463973"/>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1000" dirty="0">
                <a:solidFill>
                  <a:schemeClr val="bg1"/>
                </a:solidFill>
                <a:latin typeface=".黑体UI-简" pitchFamily="2" charset="-128"/>
                <a:ea typeface=".黑体UI-简" pitchFamily="2" charset="-128"/>
                <a:cs typeface=".黑体UI-简" pitchFamily="2" charset="-128"/>
              </a:endParaRPr>
            </a:p>
          </p:txBody>
        </p:sp>
      </p:grpSp>
      <p:sp>
        <p:nvSpPr>
          <p:cNvPr id="9" name="文本框 8"/>
          <p:cNvSpPr txBox="1"/>
          <p:nvPr/>
        </p:nvSpPr>
        <p:spPr>
          <a:xfrm>
            <a:off x="510312" y="5529502"/>
            <a:ext cx="6882379" cy="486672"/>
          </a:xfrm>
          <a:prstGeom prst="rect">
            <a:avLst/>
          </a:prstGeom>
          <a:noFill/>
        </p:spPr>
        <p:txBody>
          <a:bodyPr wrap="square" rtlCol="0" anchor="t">
            <a:spAutoFit/>
          </a:bodyPr>
          <a:lstStyle/>
          <a:p>
            <a:pPr fontAlgn="auto">
              <a:lnSpc>
                <a:spcPct val="150000"/>
              </a:lnSpc>
            </a:pPr>
            <a:r>
              <a:rPr lang="zh-CN" altLang="en-US" sz="900" dirty="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900" dirty="0">
              <a:solidFill>
                <a:schemeClr val="bg1"/>
              </a:solidFill>
              <a:latin typeface="+mj-lt"/>
              <a:ea typeface="思源黑体 CN Light" panose="020B0300000000000000" charset="-122"/>
              <a:cs typeface="+mj-lt"/>
            </a:endParaRPr>
          </a:p>
        </p:txBody>
      </p:sp>
      <p:grpSp>
        <p:nvGrpSpPr>
          <p:cNvPr id="16" name="组合 15"/>
          <p:cNvGrpSpPr/>
          <p:nvPr/>
        </p:nvGrpSpPr>
        <p:grpSpPr>
          <a:xfrm>
            <a:off x="8925894" y="3067292"/>
            <a:ext cx="2273935" cy="3110154"/>
            <a:chOff x="8925894" y="2858452"/>
            <a:chExt cx="2273935" cy="3110154"/>
          </a:xfrm>
        </p:grpSpPr>
        <p:grpSp>
          <p:nvGrpSpPr>
            <p:cNvPr id="10" name="组合 9"/>
            <p:cNvGrpSpPr/>
            <p:nvPr/>
          </p:nvGrpSpPr>
          <p:grpSpPr>
            <a:xfrm>
              <a:off x="8925894" y="2858452"/>
              <a:ext cx="2273935" cy="1141095"/>
              <a:chOff x="11445" y="554"/>
              <a:chExt cx="3581" cy="1797"/>
            </a:xfrm>
          </p:grpSpPr>
          <p:sp>
            <p:nvSpPr>
              <p:cNvPr id="11" name="文本框 10"/>
              <p:cNvSpPr txBox="1"/>
              <p:nvPr/>
            </p:nvSpPr>
            <p:spPr>
              <a:xfrm>
                <a:off x="11445" y="1202"/>
                <a:ext cx="3581" cy="1149"/>
              </a:xfrm>
              <a:prstGeom prst="rect">
                <a:avLst/>
              </a:prstGeom>
              <a:noFill/>
            </p:spPr>
            <p:txBody>
              <a:bodyPr wrap="square" rtlCol="0" anchor="t">
                <a:spAutoFit/>
              </a:bodyPr>
              <a:lstStyle/>
              <a:p>
                <a:pPr algn="l" fontAlgn="auto">
                  <a:lnSpc>
                    <a:spcPct val="130000"/>
                  </a:lnSpc>
                </a:pPr>
                <a:r>
                  <a:rPr lang="zh-CN" altLang="en-US" sz="800" dirty="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a:t>
                </a:r>
                <a:endParaRPr lang="zh-CN" altLang="en-US" sz="800" dirty="0">
                  <a:solidFill>
                    <a:schemeClr val="bg1"/>
                  </a:solidFill>
                  <a:latin typeface="+mj-lt"/>
                  <a:ea typeface="思源黑体 CN Light" panose="020B0300000000000000" charset="-122"/>
                  <a:cs typeface="+mj-lt"/>
                </a:endParaRPr>
              </a:p>
            </p:txBody>
          </p:sp>
          <p:sp>
            <p:nvSpPr>
              <p:cNvPr id="12" name="文本框 11"/>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思源黑体 CN Light" panose="020B0300000000000000" charset="-122"/>
                    <a:ea typeface="思源黑体 CN Light" panose="020B0300000000000000" charset="-122"/>
                    <a:sym typeface="+mn-ea"/>
                  </a:rPr>
                  <a:t>添加此处原有标题</a:t>
                </a:r>
                <a:endParaRPr lang="zh-CN" altLang="en-US" sz="1400">
                  <a:solidFill>
                    <a:schemeClr val="bg1"/>
                  </a:solidFill>
                  <a:latin typeface="思源黑体 CN Light" panose="020B0300000000000000" charset="-122"/>
                  <a:ea typeface="思源黑体 CN Light" panose="020B0300000000000000" charset="-122"/>
                </a:endParaRPr>
              </a:p>
            </p:txBody>
          </p:sp>
        </p:grpSp>
        <p:grpSp>
          <p:nvGrpSpPr>
            <p:cNvPr id="13" name="组合 12"/>
            <p:cNvGrpSpPr/>
            <p:nvPr/>
          </p:nvGrpSpPr>
          <p:grpSpPr>
            <a:xfrm>
              <a:off x="8925894" y="4827511"/>
              <a:ext cx="2273935" cy="1141095"/>
              <a:chOff x="11445" y="554"/>
              <a:chExt cx="3581" cy="1797"/>
            </a:xfrm>
          </p:grpSpPr>
          <p:sp>
            <p:nvSpPr>
              <p:cNvPr id="14" name="文本框 13"/>
              <p:cNvSpPr txBox="1"/>
              <p:nvPr/>
            </p:nvSpPr>
            <p:spPr>
              <a:xfrm>
                <a:off x="11445" y="1202"/>
                <a:ext cx="3581" cy="1149"/>
              </a:xfrm>
              <a:prstGeom prst="rect">
                <a:avLst/>
              </a:prstGeom>
              <a:noFill/>
            </p:spPr>
            <p:txBody>
              <a:bodyPr wrap="square" rtlCol="0" anchor="t">
                <a:spAutoFit/>
              </a:bodyPr>
              <a:lstStyle/>
              <a:p>
                <a:pPr algn="l" fontAlgn="auto">
                  <a:lnSpc>
                    <a:spcPct val="130000"/>
                  </a:lnSpc>
                </a:pPr>
                <a:r>
                  <a:rPr lang="zh-CN" altLang="en-US" sz="800" dirty="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a:t>
                </a:r>
                <a:endParaRPr lang="zh-CN" altLang="en-US" sz="800" dirty="0">
                  <a:solidFill>
                    <a:schemeClr val="bg1"/>
                  </a:solidFill>
                  <a:latin typeface="+mj-lt"/>
                  <a:ea typeface="思源黑体 CN Light" panose="020B0300000000000000" charset="-122"/>
                  <a:cs typeface="+mj-lt"/>
                </a:endParaRPr>
              </a:p>
            </p:txBody>
          </p:sp>
          <p:sp>
            <p:nvSpPr>
              <p:cNvPr id="15" name="文本框 14"/>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思源黑体 CN Light" panose="020B0300000000000000" charset="-122"/>
                    <a:ea typeface="思源黑体 CN Light" panose="020B0300000000000000" charset="-122"/>
                    <a:sym typeface="+mn-ea"/>
                  </a:rPr>
                  <a:t>添加此处原有标题</a:t>
                </a:r>
                <a:endParaRPr lang="zh-CN" altLang="en-US" sz="1400">
                  <a:solidFill>
                    <a:schemeClr val="bg1"/>
                  </a:solidFill>
                  <a:latin typeface="思源黑体 CN Light" panose="020B0300000000000000" charset="-122"/>
                  <a:ea typeface="思源黑体 CN Light" panose="020B0300000000000000"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5" name="矩形 4"/>
          <p:cNvSpPr/>
          <p:nvPr/>
        </p:nvSpPr>
        <p:spPr>
          <a:xfrm>
            <a:off x="7087545" y="0"/>
            <a:ext cx="1018069" cy="6858000"/>
          </a:xfrm>
          <a:prstGeom prst="rect">
            <a:avLst/>
          </a:prstGeom>
          <a:solidFill>
            <a:srgbClr val="CE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18156" y="0"/>
            <a:ext cx="4473844" cy="6858000"/>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 name="组合 6"/>
          <p:cNvGrpSpPr/>
          <p:nvPr/>
        </p:nvGrpSpPr>
        <p:grpSpPr>
          <a:xfrm>
            <a:off x="675848" y="789914"/>
            <a:ext cx="4650622" cy="1188536"/>
            <a:chOff x="758286" y="705173"/>
            <a:chExt cx="4650622" cy="1188536"/>
          </a:xfrm>
        </p:grpSpPr>
        <p:sp>
          <p:nvSpPr>
            <p:cNvPr id="8" name="文本框 7"/>
            <p:cNvSpPr txBox="1"/>
            <p:nvPr/>
          </p:nvSpPr>
          <p:spPr>
            <a:xfrm>
              <a:off x="758286" y="705173"/>
              <a:ext cx="4154677" cy="646331"/>
            </a:xfrm>
            <a:prstGeom prst="rect">
              <a:avLst/>
            </a:prstGeom>
            <a:noFill/>
          </p:spPr>
          <p:txBody>
            <a:bodyPr wrap="square" rtlCol="0">
              <a:spAutoFit/>
            </a:bodyPr>
            <a:lstStyle/>
            <a:p>
              <a:r>
                <a:rPr lang="zh-CN" altLang="en-US" sz="3600" dirty="0">
                  <a:solidFill>
                    <a:schemeClr val="bg1"/>
                  </a:solidFill>
                  <a:latin typeface=".黑体UI-繁" pitchFamily="2" charset="-128"/>
                  <a:ea typeface=".黑体UI-繁" pitchFamily="2" charset="-128"/>
                  <a:cs typeface=".黑体UI-繁" pitchFamily="2" charset="-128"/>
                </a:rPr>
                <a:t>添加此处原有标题</a:t>
              </a:r>
              <a:endParaRPr lang="zh-CN" altLang="en-US" sz="3600" dirty="0">
                <a:solidFill>
                  <a:schemeClr val="bg1"/>
                </a:solidFill>
                <a:latin typeface=".黑体UI-繁" pitchFamily="2" charset="-128"/>
                <a:ea typeface=".黑体UI-繁" pitchFamily="2" charset="-128"/>
                <a:cs typeface=".黑体UI-繁" pitchFamily="2" charset="-128"/>
              </a:endParaRPr>
            </a:p>
          </p:txBody>
        </p:sp>
        <p:sp>
          <p:nvSpPr>
            <p:cNvPr id="9" name="文本框 8"/>
            <p:cNvSpPr txBox="1"/>
            <p:nvPr/>
          </p:nvSpPr>
          <p:spPr>
            <a:xfrm>
              <a:off x="789282" y="1429736"/>
              <a:ext cx="4619626" cy="463973"/>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1000" dirty="0">
                <a:solidFill>
                  <a:schemeClr val="bg1"/>
                </a:solidFill>
                <a:latin typeface=".黑体UI-简" pitchFamily="2" charset="-128"/>
                <a:ea typeface=".黑体UI-简" pitchFamily="2" charset="-128"/>
                <a:cs typeface=".黑体UI-简" pitchFamily="2" charset="-128"/>
              </a:endParaRPr>
            </a:p>
          </p:txBody>
        </p:sp>
      </p:grpSp>
      <p:sp>
        <p:nvSpPr>
          <p:cNvPr id="10" name="Google Shape;1383;p92"/>
          <p:cNvSpPr txBox="1"/>
          <p:nvPr/>
        </p:nvSpPr>
        <p:spPr>
          <a:xfrm>
            <a:off x="2382910" y="2984775"/>
            <a:ext cx="4203870" cy="1595373"/>
          </a:xfrm>
          <a:prstGeom prst="rect">
            <a:avLst/>
          </a:prstGeom>
          <a:noFill/>
          <a:ln>
            <a:noFill/>
          </a:ln>
        </p:spPr>
        <p:txBody>
          <a:bodyPr spcFirstLastPara="1" wrap="square" lIns="91433" tIns="45700" rIns="91433" bIns="45700" anchor="t" anchorCtr="0">
            <a:noAutofit/>
          </a:bodyPr>
          <a:lstStyle/>
          <a:p>
            <a:pPr algn="l" fontAlgn="auto">
              <a:lnSpc>
                <a:spcPct val="150000"/>
              </a:lnSpc>
            </a:pPr>
            <a:r>
              <a:rPr lang="zh-CN" altLang="en-US" sz="935" dirty="0">
                <a:solidFill>
                  <a:schemeClr val="bg1"/>
                </a:solidFill>
                <a:latin typeface="+mj-lt"/>
                <a:ea typeface="思源黑体 CN Light" panose="020B0300000000000000" charset="-122"/>
                <a:cs typeface="+mj-lt"/>
                <a:sym typeface="+mn-ea"/>
              </a:rPr>
              <a:t>I walked through many mountains, walked through many waters, and knew many people. The only thing that really makes me tempted is that you see me at the moment. I walked through many mountains, walked through many waters, and knew many people. The only thing that really makes me tempted is that you see me at the moment. </a:t>
            </a:r>
            <a:endParaRPr lang="zh-CN" altLang="en-US" sz="935" dirty="0">
              <a:solidFill>
                <a:schemeClr val="bg1"/>
              </a:solidFill>
              <a:latin typeface="+mj-lt"/>
              <a:ea typeface="思源黑体 CN Light" panose="020B0300000000000000" charset="-122"/>
              <a:cs typeface="+mj-lt"/>
            </a:endParaRPr>
          </a:p>
          <a:p>
            <a:pPr algn="l" fontAlgn="auto">
              <a:lnSpc>
                <a:spcPct val="150000"/>
              </a:lnSpc>
            </a:pPr>
            <a:r>
              <a:rPr lang="zh-CN" altLang="en-US" sz="935" dirty="0">
                <a:solidFill>
                  <a:schemeClr val="bg1"/>
                </a:solidFill>
                <a:latin typeface="+mj-lt"/>
                <a:ea typeface="思源黑体 CN Light" panose="020B0300000000000000" charset="-122"/>
                <a:cs typeface="+mj-lt"/>
                <a:sym typeface="+mn-ea"/>
              </a:rPr>
              <a:t>I walked through many mountains, walked through many waters, and knew many people. The only thing that really makes me tempted is that you see me at the moment. I walked through many mountains, walked through many waters, and knew many people. The only thing that really makes me tempted is that you see me at the moment. </a:t>
            </a:r>
            <a:endParaRPr lang="zh-CN" altLang="en-US" sz="935" dirty="0">
              <a:solidFill>
                <a:schemeClr val="bg1"/>
              </a:solidFill>
              <a:latin typeface="+mj-lt"/>
              <a:ea typeface="思源黑体 CN Light" panose="020B0300000000000000" charset="-122"/>
              <a:cs typeface="+mj-lt"/>
            </a:endParaRPr>
          </a:p>
          <a:p>
            <a:pPr algn="l" fontAlgn="auto">
              <a:lnSpc>
                <a:spcPct val="150000"/>
              </a:lnSpc>
            </a:pPr>
            <a:endParaRPr lang="zh-CN" altLang="en-US" sz="935" dirty="0">
              <a:solidFill>
                <a:schemeClr val="bg1"/>
              </a:solidFill>
              <a:latin typeface="+mj-lt"/>
              <a:ea typeface="思源黑体 CN Light" panose="020B0300000000000000" charset="-122"/>
              <a:cs typeface="+mj-lt"/>
            </a:endParaRPr>
          </a:p>
          <a:p>
            <a:pPr algn="l" fontAlgn="auto">
              <a:lnSpc>
                <a:spcPct val="150000"/>
              </a:lnSpc>
            </a:pPr>
            <a:endParaRPr lang="zh-CN" altLang="en-US" sz="935" dirty="0">
              <a:solidFill>
                <a:schemeClr val="bg1"/>
              </a:solidFill>
              <a:latin typeface="+mj-lt"/>
              <a:ea typeface="思源黑体 CN Light" panose="020B0300000000000000" charset="-122"/>
              <a:cs typeface="+mj-lt"/>
              <a:sym typeface="Open Sans" panose="020B0606030504020204"/>
            </a:endParaRPr>
          </a:p>
        </p:txBody>
      </p:sp>
      <p:grpSp>
        <p:nvGrpSpPr>
          <p:cNvPr id="11" name="组合 10"/>
          <p:cNvGrpSpPr/>
          <p:nvPr/>
        </p:nvGrpSpPr>
        <p:grpSpPr>
          <a:xfrm flipH="1">
            <a:off x="0" y="5811337"/>
            <a:ext cx="2335107" cy="676561"/>
            <a:chOff x="9058341" y="5899472"/>
            <a:chExt cx="3133659" cy="676561"/>
          </a:xfrm>
          <a:solidFill>
            <a:srgbClr val="CEC3CE"/>
          </a:solidFill>
        </p:grpSpPr>
        <p:sp>
          <p:nvSpPr>
            <p:cNvPr id="12" name="矩形 11"/>
            <p:cNvSpPr/>
            <p:nvPr/>
          </p:nvSpPr>
          <p:spPr>
            <a:xfrm>
              <a:off x="10867292" y="5899472"/>
              <a:ext cx="1324708" cy="6765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058341" y="6053086"/>
              <a:ext cx="2916439" cy="307777"/>
            </a:xfrm>
            <a:prstGeom prst="rect">
              <a:avLst/>
            </a:prstGeom>
            <a:grpFill/>
          </p:spPr>
          <p:txBody>
            <a:bodyPr vert="horz" wrap="none" rtlCol="0">
              <a:spAutoFit/>
            </a:bodyPr>
            <a:lstStyle/>
            <a:p>
              <a:r>
                <a:rPr lang="en-US" altLang="zh-CN" sz="1400" dirty="0">
                  <a:solidFill>
                    <a:schemeClr val="bg1"/>
                  </a:solidFill>
                  <a:latin typeface="等线" panose="02010600030101010101" charset="-122"/>
                  <a:ea typeface="宋体" panose="02010600030101010101" pitchFamily="2" charset="-122"/>
                  <a:cs typeface="Times New Roman" panose="02020603050405020304" charset="0"/>
                </a:rPr>
                <a:t>I WALKED THROUGH MANY MOUNTAINS</a:t>
              </a:r>
              <a:endParaRPr lang="zh-CN" altLang="en-US" sz="1400" dirty="0">
                <a:solidFill>
                  <a:schemeClr val="bg1"/>
                </a:solidFill>
                <a:latin typeface="等线" panose="02010600030101010101" charset="-122"/>
              </a:endParaRPr>
            </a:p>
          </p:txBody>
        </p:sp>
      </p:grpSp>
      <p:sp>
        <p:nvSpPr>
          <p:cNvPr id="14" name="矩形 13"/>
          <p:cNvSpPr/>
          <p:nvPr/>
        </p:nvSpPr>
        <p:spPr>
          <a:xfrm flipH="1">
            <a:off x="-374219" y="0"/>
            <a:ext cx="7461764" cy="6858000"/>
          </a:xfrm>
          <a:prstGeom prst="rect">
            <a:avLst/>
          </a:prstGeom>
          <a:blipFill dpi="0" rotWithShape="1">
            <a:blip r:embed="rId2" cstate="screen">
              <a:alphaModFix amt="4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31" name="Subtitle 6"/>
          <p:cNvSpPr txBox="1"/>
          <p:nvPr/>
        </p:nvSpPr>
        <p:spPr>
          <a:xfrm>
            <a:off x="510311" y="5552308"/>
            <a:ext cx="4300839" cy="816998"/>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 mountains, walked through many waters, and knew many people. </a:t>
            </a:r>
            <a:endParaRPr lang="zh-CN" altLang="en-US" sz="900" dirty="0">
              <a:solidFill>
                <a:schemeClr val="bg1"/>
              </a:solidFill>
              <a:latin typeface=".黑体UI-简" pitchFamily="2" charset="-128"/>
              <a:ea typeface=".黑体UI-简" pitchFamily="2" charset="-128"/>
              <a:cs typeface=".黑体UI-简" pitchFamily="2" charset="-128"/>
            </a:endParaRPr>
          </a:p>
          <a:p>
            <a:pPr algn="l" fontAlgn="auto">
              <a:lnSpc>
                <a:spcPct val="150000"/>
              </a:lnSpc>
            </a:pPr>
            <a:endParaRPr lang="zh-CN" altLang="en-US" sz="900" dirty="0">
              <a:solidFill>
                <a:schemeClr val="bg1"/>
              </a:solidFill>
              <a:latin typeface=".黑体UI-简" pitchFamily="2" charset="-128"/>
              <a:ea typeface=".黑体UI-简" pitchFamily="2" charset="-128"/>
              <a:cs typeface=".黑体UI-简" pitchFamily="2" charset="-128"/>
            </a:endParaRPr>
          </a:p>
        </p:txBody>
      </p:sp>
      <p:sp>
        <p:nvSpPr>
          <p:cNvPr id="34" name="TextBox 33"/>
          <p:cNvSpPr txBox="1"/>
          <p:nvPr/>
        </p:nvSpPr>
        <p:spPr>
          <a:xfrm>
            <a:off x="9019727" y="1638980"/>
            <a:ext cx="1834973" cy="1525418"/>
          </a:xfrm>
          <a:prstGeom prst="rect">
            <a:avLst/>
          </a:prstGeom>
          <a:noFill/>
        </p:spPr>
        <p:txBody>
          <a:bodyPr wrap="square" rtlCol="0">
            <a:spAutoFit/>
          </a:bodyPr>
          <a:lstStyle/>
          <a:p>
            <a:pPr>
              <a:lnSpc>
                <a:spcPct val="150000"/>
              </a:lnSpc>
            </a:pPr>
            <a:r>
              <a:rPr lang="zh-CN" altLang="en-US" sz="900" dirty="0">
                <a:solidFill>
                  <a:schemeClr val="bg1"/>
                </a:solidFill>
                <a:ea typeface="思源黑体 CN Light" panose="020B0300000000000000" charset="-122"/>
                <a:cs typeface="+mj-lt"/>
                <a:sym typeface="+mn-ea"/>
              </a:rPr>
              <a:t>I walked through many mountains, walked through many waters, and knew many people. I walked through many mountains, walked through many waters, and knew many people.</a:t>
            </a:r>
            <a:endParaRPr lang="zh-CN" altLang="en-US" sz="900" dirty="0">
              <a:solidFill>
                <a:schemeClr val="bg1"/>
              </a:solidFill>
              <a:ea typeface="思源黑体 CN Light" panose="020B0300000000000000" charset="-122"/>
              <a:cs typeface="+mj-lt"/>
              <a:sym typeface="+mn-ea"/>
            </a:endParaRPr>
          </a:p>
          <a:p>
            <a:pPr lvl="0">
              <a:lnSpc>
                <a:spcPct val="150000"/>
              </a:lnSpc>
            </a:pPr>
            <a:endParaRPr lang="zh-CN" altLang="en-US" sz="900" dirty="0">
              <a:solidFill>
                <a:schemeClr val="bg1"/>
              </a:solidFill>
              <a:ea typeface="思源黑体 CN Light" panose="020B0300000000000000" charset="-122"/>
              <a:cs typeface="+mj-lt"/>
              <a:sym typeface="+mn-ea"/>
            </a:endParaRPr>
          </a:p>
        </p:txBody>
      </p:sp>
      <p:sp>
        <p:nvSpPr>
          <p:cNvPr id="15" name="TextBox 14"/>
          <p:cNvSpPr txBox="1"/>
          <p:nvPr/>
        </p:nvSpPr>
        <p:spPr>
          <a:xfrm>
            <a:off x="9019727" y="4234640"/>
            <a:ext cx="1834973" cy="1317668"/>
          </a:xfrm>
          <a:prstGeom prst="rect">
            <a:avLst/>
          </a:prstGeom>
          <a:noFill/>
        </p:spPr>
        <p:txBody>
          <a:bodyPr wrap="square" rtlCol="0">
            <a:spAutoFit/>
          </a:bodyPr>
          <a:lstStyle/>
          <a:p>
            <a:pPr>
              <a:lnSpc>
                <a:spcPct val="150000"/>
              </a:lnSpc>
            </a:pPr>
            <a:r>
              <a:rPr lang="zh-CN" altLang="en-US" sz="900" dirty="0">
                <a:solidFill>
                  <a:schemeClr val="bg1"/>
                </a:solidFill>
                <a:ea typeface="思源黑体 CN Light" panose="020B0300000000000000" charset="-122"/>
                <a:cs typeface="+mj-lt"/>
                <a:sym typeface="+mn-ea"/>
              </a:rPr>
              <a:t>I walked through many mountains, walked through many waters, and knew many people. I walked through many mountains, walked through many waters, and knew many people.</a:t>
            </a:r>
            <a:endParaRPr lang="zh-CN" altLang="en-US" sz="900" dirty="0">
              <a:solidFill>
                <a:schemeClr val="bg1"/>
              </a:solidFill>
              <a:ea typeface="思源黑体 CN Light" panose="020B0300000000000000" charset="-122"/>
              <a:cs typeface="+mj-lt"/>
              <a:sym typeface="+mn-ea"/>
            </a:endParaRPr>
          </a:p>
        </p:txBody>
      </p:sp>
      <p:grpSp>
        <p:nvGrpSpPr>
          <p:cNvPr id="10" name="组合 9"/>
          <p:cNvGrpSpPr/>
          <p:nvPr/>
        </p:nvGrpSpPr>
        <p:grpSpPr>
          <a:xfrm>
            <a:off x="510312" y="1249772"/>
            <a:ext cx="4650622" cy="1188536"/>
            <a:chOff x="758286" y="705173"/>
            <a:chExt cx="4650622" cy="1188536"/>
          </a:xfrm>
        </p:grpSpPr>
        <p:sp>
          <p:nvSpPr>
            <p:cNvPr id="12" name="文本框 11"/>
            <p:cNvSpPr txBox="1"/>
            <p:nvPr/>
          </p:nvSpPr>
          <p:spPr>
            <a:xfrm>
              <a:off x="758286" y="705173"/>
              <a:ext cx="4154677" cy="646331"/>
            </a:xfrm>
            <a:prstGeom prst="rect">
              <a:avLst/>
            </a:prstGeom>
            <a:noFill/>
          </p:spPr>
          <p:txBody>
            <a:bodyPr wrap="square" rtlCol="0">
              <a:spAutoFit/>
            </a:bodyPr>
            <a:lstStyle/>
            <a:p>
              <a:r>
                <a:rPr lang="zh-CN" altLang="en-US" sz="3600" dirty="0">
                  <a:solidFill>
                    <a:schemeClr val="bg1"/>
                  </a:solidFill>
                  <a:latin typeface=".黑体UI-繁" pitchFamily="2" charset="-128"/>
                  <a:ea typeface=".黑体UI-繁" pitchFamily="2" charset="-128"/>
                  <a:cs typeface=".黑体UI-繁" pitchFamily="2" charset="-128"/>
                </a:rPr>
                <a:t>添加此处原有标题</a:t>
              </a:r>
              <a:endParaRPr lang="zh-CN" altLang="en-US" sz="3600" dirty="0">
                <a:solidFill>
                  <a:schemeClr val="bg1"/>
                </a:solidFill>
                <a:latin typeface=".黑体UI-繁" pitchFamily="2" charset="-128"/>
                <a:ea typeface=".黑体UI-繁" pitchFamily="2" charset="-128"/>
                <a:cs typeface=".黑体UI-繁" pitchFamily="2" charset="-128"/>
              </a:endParaRPr>
            </a:p>
          </p:txBody>
        </p:sp>
        <p:sp>
          <p:nvSpPr>
            <p:cNvPr id="13" name="文本框 12"/>
            <p:cNvSpPr txBox="1"/>
            <p:nvPr/>
          </p:nvSpPr>
          <p:spPr>
            <a:xfrm>
              <a:off x="789282" y="1429736"/>
              <a:ext cx="4619626" cy="463973"/>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1000" dirty="0">
                <a:solidFill>
                  <a:schemeClr val="bg1"/>
                </a:solidFill>
                <a:latin typeface=".黑体UI-简" pitchFamily="2" charset="-128"/>
                <a:ea typeface=".黑体UI-简" pitchFamily="2" charset="-128"/>
                <a:cs typeface=".黑体UI-简" pitchFamily="2" charset="-128"/>
              </a:endParaRPr>
            </a:p>
          </p:txBody>
        </p:sp>
      </p:grpSp>
      <p:pic>
        <p:nvPicPr>
          <p:cNvPr id="4" name="图片占位符 3"/>
          <p:cNvPicPr>
            <a:picLocks noGrp="1" noChangeAspect="1"/>
          </p:cNvPicPr>
          <p:nvPr>
            <p:ph type="pic" sz="quarter" idx="17"/>
          </p:nvPr>
        </p:nvPicPr>
        <p:blipFill>
          <a:blip r:embed="rId1" cstate="screen"/>
          <a:srcRect/>
          <a:stretch>
            <a:fillRect/>
          </a:stretch>
        </p:blipFill>
        <p:spPr>
          <a:blipFill dpi="0" rotWithShape="1">
            <a:blip r:embed="rId2" cstate="screen"/>
            <a:srcRect/>
            <a:stretch>
              <a:fillRect/>
            </a:stretch>
          </a:blipFill>
        </p:spPr>
      </p:pic>
      <p:pic>
        <p:nvPicPr>
          <p:cNvPr id="8" name="图片占位符 7"/>
          <p:cNvPicPr>
            <a:picLocks noGrp="1" noChangeAspect="1"/>
          </p:cNvPicPr>
          <p:nvPr>
            <p:ph type="pic" sz="quarter" idx="18"/>
          </p:nvPr>
        </p:nvPicPr>
        <p:blipFill>
          <a:blip r:embed="rId3" cstate="screen"/>
          <a:srcRect/>
          <a:stretch>
            <a:fillRect/>
          </a:stretch>
        </p:blipFill>
        <p:spPr>
          <a:blipFill dpi="0" rotWithShape="1">
            <a:blip r:embed="rId4" cstate="screen"/>
            <a:srcRect/>
            <a:stretch>
              <a:fillRect/>
            </a:stretch>
          </a:blipFill>
        </p:spPr>
      </p:pic>
      <p:sp>
        <p:nvSpPr>
          <p:cNvPr id="7" name="矩形 6"/>
          <p:cNvSpPr/>
          <p:nvPr/>
        </p:nvSpPr>
        <p:spPr>
          <a:xfrm>
            <a:off x="603461" y="3326360"/>
            <a:ext cx="3115423" cy="1786597"/>
          </a:xfrm>
          <a:prstGeom prst="rect">
            <a:avLst/>
          </a:prstGeom>
          <a:blipFill dpi="0" rotWithShape="1">
            <a:blip r:embed="rId5"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32" name="TextBox 31"/>
          <p:cNvSpPr txBox="1"/>
          <p:nvPr/>
        </p:nvSpPr>
        <p:spPr>
          <a:xfrm>
            <a:off x="971551" y="1249092"/>
            <a:ext cx="2657019" cy="1706880"/>
          </a:xfrm>
          <a:prstGeom prst="rect">
            <a:avLst/>
          </a:prstGeom>
          <a:noFill/>
        </p:spPr>
        <p:txBody>
          <a:bodyPr wrap="square" rtlCol="0">
            <a:spAutoFit/>
          </a:bodyPr>
          <a:lstStyle/>
          <a:p>
            <a:r>
              <a:rPr lang="en-US" sz="3500" spc="500" dirty="0">
                <a:solidFill>
                  <a:schemeClr val="bg1"/>
                </a:solidFill>
                <a:latin typeface="等线" panose="02010600030101010101" charset="-122"/>
                <a:ea typeface="等线" panose="02010600030101010101" charset="-122"/>
              </a:rPr>
              <a:t>OUR SERVICE SLIDE.</a:t>
            </a:r>
            <a:endParaRPr lang="en-US" sz="3500" spc="500" dirty="0">
              <a:solidFill>
                <a:schemeClr val="bg1"/>
              </a:solidFill>
              <a:latin typeface="等线" panose="02010600030101010101" charset="-122"/>
              <a:ea typeface="等线" panose="02010600030101010101" charset="-122"/>
            </a:endParaRPr>
          </a:p>
        </p:txBody>
      </p:sp>
      <p:sp>
        <p:nvSpPr>
          <p:cNvPr id="59" name="Rectangle 58"/>
          <p:cNvSpPr/>
          <p:nvPr/>
        </p:nvSpPr>
        <p:spPr>
          <a:xfrm>
            <a:off x="971551" y="3277628"/>
            <a:ext cx="633508" cy="630942"/>
          </a:xfrm>
          <a:prstGeom prst="rect">
            <a:avLst/>
          </a:prstGeom>
        </p:spPr>
        <p:txBody>
          <a:bodyPr wrap="none" anchor="ctr">
            <a:spAutoFit/>
          </a:bodyPr>
          <a:lstStyle/>
          <a:p>
            <a:pPr algn="ctr"/>
            <a:r>
              <a:rPr lang="en-US" sz="3500" dirty="0">
                <a:solidFill>
                  <a:schemeClr val="bg1">
                    <a:lumMod val="85000"/>
                  </a:schemeClr>
                </a:solidFill>
                <a:latin typeface="等线" panose="02010600030101010101" charset="-122"/>
              </a:rPr>
              <a:t></a:t>
            </a:r>
            <a:endParaRPr lang="en-US" sz="3500" dirty="0">
              <a:solidFill>
                <a:schemeClr val="bg1">
                  <a:lumMod val="85000"/>
                </a:schemeClr>
              </a:solidFill>
            </a:endParaRPr>
          </a:p>
        </p:txBody>
      </p:sp>
      <p:sp>
        <p:nvSpPr>
          <p:cNvPr id="64" name="Rectangle 63"/>
          <p:cNvSpPr/>
          <p:nvPr/>
        </p:nvSpPr>
        <p:spPr>
          <a:xfrm>
            <a:off x="939492" y="5119273"/>
            <a:ext cx="697627" cy="630942"/>
          </a:xfrm>
          <a:prstGeom prst="rect">
            <a:avLst/>
          </a:prstGeom>
        </p:spPr>
        <p:txBody>
          <a:bodyPr wrap="none" anchor="ctr">
            <a:spAutoFit/>
          </a:bodyPr>
          <a:lstStyle/>
          <a:p>
            <a:pPr algn="ctr"/>
            <a:r>
              <a:rPr lang="en-US" sz="3500" dirty="0">
                <a:solidFill>
                  <a:schemeClr val="bg1">
                    <a:lumMod val="85000"/>
                  </a:schemeClr>
                </a:solidFill>
                <a:latin typeface="等线" panose="02010600030101010101" charset="-122"/>
              </a:rPr>
              <a:t></a:t>
            </a:r>
            <a:endParaRPr lang="en-US" sz="3500" dirty="0">
              <a:solidFill>
                <a:schemeClr val="bg1">
                  <a:lumMod val="85000"/>
                </a:schemeClr>
              </a:solidFill>
            </a:endParaRPr>
          </a:p>
        </p:txBody>
      </p:sp>
      <p:pic>
        <p:nvPicPr>
          <p:cNvPr id="4" name="图片占位符 3"/>
          <p:cNvPicPr>
            <a:picLocks noGrp="1" noChangeAspect="1"/>
          </p:cNvPicPr>
          <p:nvPr>
            <p:ph type="pic" sz="quarter" idx="16"/>
          </p:nvPr>
        </p:nvPicPr>
        <p:blipFill>
          <a:blip r:embed="rId1" cstate="screen"/>
          <a:srcRect/>
          <a:stretch>
            <a:fillRect/>
          </a:stretch>
        </p:blipFill>
        <p:spPr>
          <a:xfrm>
            <a:off x="5429250" y="1622425"/>
            <a:ext cx="6762750" cy="4508500"/>
          </a:xfrm>
          <a:blipFill dpi="0" rotWithShape="1">
            <a:blip r:embed="rId2" cstate="screen"/>
            <a:srcRect/>
            <a:stretch>
              <a:fillRect/>
            </a:stretch>
          </a:blipFill>
        </p:spPr>
      </p:pic>
      <p:grpSp>
        <p:nvGrpSpPr>
          <p:cNvPr id="20" name="组合 19"/>
          <p:cNvGrpSpPr/>
          <p:nvPr/>
        </p:nvGrpSpPr>
        <p:grpSpPr>
          <a:xfrm>
            <a:off x="1637119" y="3429000"/>
            <a:ext cx="2962910" cy="971550"/>
            <a:chOff x="11445" y="554"/>
            <a:chExt cx="4666" cy="1530"/>
          </a:xfrm>
        </p:grpSpPr>
        <p:sp>
          <p:nvSpPr>
            <p:cNvPr id="21" name="文本框 20"/>
            <p:cNvSpPr txBox="1"/>
            <p:nvPr/>
          </p:nvSpPr>
          <p:spPr>
            <a:xfrm>
              <a:off x="11445" y="1202"/>
              <a:ext cx="4666" cy="882"/>
            </a:xfrm>
            <a:prstGeom prst="rect">
              <a:avLst/>
            </a:prstGeom>
            <a:noFill/>
          </p:spPr>
          <p:txBody>
            <a:bodyPr wrap="square" rtlCol="0" anchor="t">
              <a:spAutoFit/>
            </a:bodyPr>
            <a:lstStyle/>
            <a:p>
              <a:pPr algn="l" fontAlgn="auto">
                <a:lnSpc>
                  <a:spcPct val="130000"/>
                </a:lnSpc>
              </a:pPr>
              <a:r>
                <a:rPr lang="zh-CN" altLang="en-US" sz="800" dirty="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a:t>
              </a:r>
              <a:endParaRPr lang="zh-CN" altLang="en-US" sz="800" dirty="0">
                <a:solidFill>
                  <a:schemeClr val="bg1"/>
                </a:solidFill>
                <a:latin typeface="+mj-lt"/>
                <a:ea typeface="思源黑体 CN Light" panose="020B0300000000000000" charset="-122"/>
                <a:cs typeface="+mj-lt"/>
              </a:endParaRPr>
            </a:p>
          </p:txBody>
        </p:sp>
        <p:sp>
          <p:nvSpPr>
            <p:cNvPr id="22" name="文本框 21"/>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思源黑体 CN Light" panose="020B0300000000000000" charset="-122"/>
                  <a:ea typeface="思源黑体 CN Light" panose="020B0300000000000000" charset="-122"/>
                  <a:sym typeface="+mn-ea"/>
                </a:rPr>
                <a:t>添加此处原有标题</a:t>
              </a:r>
              <a:endParaRPr lang="zh-CN" altLang="en-US" sz="1400">
                <a:solidFill>
                  <a:schemeClr val="bg1"/>
                </a:solidFill>
                <a:latin typeface="思源黑体 CN Light" panose="020B0300000000000000" charset="-122"/>
                <a:ea typeface="思源黑体 CN Light" panose="020B0300000000000000" charset="-122"/>
              </a:endParaRPr>
            </a:p>
          </p:txBody>
        </p:sp>
      </p:grpSp>
      <p:grpSp>
        <p:nvGrpSpPr>
          <p:cNvPr id="23" name="组合 22"/>
          <p:cNvGrpSpPr/>
          <p:nvPr/>
        </p:nvGrpSpPr>
        <p:grpSpPr>
          <a:xfrm>
            <a:off x="1566000" y="4948969"/>
            <a:ext cx="2962910" cy="971550"/>
            <a:chOff x="11445" y="554"/>
            <a:chExt cx="4666" cy="1530"/>
          </a:xfrm>
        </p:grpSpPr>
        <p:sp>
          <p:nvSpPr>
            <p:cNvPr id="24" name="文本框 23"/>
            <p:cNvSpPr txBox="1"/>
            <p:nvPr/>
          </p:nvSpPr>
          <p:spPr>
            <a:xfrm>
              <a:off x="11445" y="1202"/>
              <a:ext cx="4666" cy="882"/>
            </a:xfrm>
            <a:prstGeom prst="rect">
              <a:avLst/>
            </a:prstGeom>
            <a:noFill/>
          </p:spPr>
          <p:txBody>
            <a:bodyPr wrap="square" rtlCol="0" anchor="t">
              <a:spAutoFit/>
            </a:bodyPr>
            <a:lstStyle/>
            <a:p>
              <a:pPr algn="l" fontAlgn="auto">
                <a:lnSpc>
                  <a:spcPct val="130000"/>
                </a:lnSpc>
              </a:pPr>
              <a:r>
                <a:rPr lang="zh-CN" altLang="en-US" sz="800" dirty="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a:t>
              </a:r>
              <a:endParaRPr lang="zh-CN" altLang="en-US" sz="800" dirty="0">
                <a:solidFill>
                  <a:schemeClr val="bg1"/>
                </a:solidFill>
                <a:latin typeface="+mj-lt"/>
                <a:ea typeface="思源黑体 CN Light" panose="020B0300000000000000" charset="-122"/>
                <a:cs typeface="+mj-lt"/>
              </a:endParaRPr>
            </a:p>
          </p:txBody>
        </p:sp>
        <p:sp>
          <p:nvSpPr>
            <p:cNvPr id="25" name="文本框 24"/>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思源黑体 CN Light" panose="020B0300000000000000" charset="-122"/>
                  <a:ea typeface="思源黑体 CN Light" panose="020B0300000000000000" charset="-122"/>
                  <a:sym typeface="+mn-ea"/>
                </a:rPr>
                <a:t>添加此处原有标题</a:t>
              </a:r>
              <a:endParaRPr lang="zh-CN" altLang="en-US" sz="1400">
                <a:solidFill>
                  <a:schemeClr val="bg1"/>
                </a:solidFill>
                <a:latin typeface="思源黑体 CN Light" panose="020B0300000000000000" charset="-122"/>
                <a:ea typeface="思源黑体 CN Light" panose="020B0300000000000000" charset="-122"/>
              </a:endParaRPr>
            </a:p>
          </p:txBody>
        </p:sp>
      </p:grpSp>
      <p:sp>
        <p:nvSpPr>
          <p:cNvPr id="26" name="矩形 25"/>
          <p:cNvSpPr/>
          <p:nvPr/>
        </p:nvSpPr>
        <p:spPr>
          <a:xfrm>
            <a:off x="4717733" y="0"/>
            <a:ext cx="7348854" cy="6858000"/>
          </a:xfrm>
          <a:prstGeom prst="rect">
            <a:avLst/>
          </a:prstGeom>
          <a:blipFill dpi="0" rotWithShape="1">
            <a:blip r:embed="rId3" cstate="screen">
              <a:alphaModFix amt="4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22" name="Rectangle 21"/>
          <p:cNvSpPr/>
          <p:nvPr/>
        </p:nvSpPr>
        <p:spPr>
          <a:xfrm>
            <a:off x="4586515" y="1409699"/>
            <a:ext cx="7605486" cy="3316847"/>
          </a:xfrm>
          <a:prstGeom prst="rect">
            <a:avLst/>
          </a:prstGeom>
          <a:solidFill>
            <a:srgbClr val="CEC3C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Shape 1728"/>
          <p:cNvSpPr/>
          <p:nvPr/>
        </p:nvSpPr>
        <p:spPr>
          <a:xfrm>
            <a:off x="5568050" y="2700342"/>
            <a:ext cx="2576041" cy="1"/>
          </a:xfrm>
          <a:prstGeom prst="line">
            <a:avLst/>
          </a:prstGeom>
          <a:noFill/>
          <a:ln w="254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dirty="0">
              <a:solidFill>
                <a:schemeClr val="bg1"/>
              </a:solidFill>
              <a:sym typeface="等线" panose="02010600030101010101" charset="-122"/>
            </a:endParaRPr>
          </a:p>
        </p:txBody>
      </p:sp>
      <p:sp>
        <p:nvSpPr>
          <p:cNvPr id="73" name="Shape 1729"/>
          <p:cNvSpPr/>
          <p:nvPr/>
        </p:nvSpPr>
        <p:spPr>
          <a:xfrm>
            <a:off x="5568050" y="3048832"/>
            <a:ext cx="2576041" cy="1"/>
          </a:xfrm>
          <a:prstGeom prst="line">
            <a:avLst/>
          </a:prstGeom>
          <a:noFill/>
          <a:ln w="127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a:solidFill>
                <a:schemeClr val="bg1"/>
              </a:solidFill>
              <a:sym typeface="等线" panose="02010600030101010101" charset="-122"/>
            </a:endParaRPr>
          </a:p>
        </p:txBody>
      </p:sp>
      <p:sp>
        <p:nvSpPr>
          <p:cNvPr id="74" name="Shape 1730"/>
          <p:cNvSpPr/>
          <p:nvPr/>
        </p:nvSpPr>
        <p:spPr>
          <a:xfrm>
            <a:off x="5568050" y="3397323"/>
            <a:ext cx="2576041" cy="1"/>
          </a:xfrm>
          <a:prstGeom prst="line">
            <a:avLst/>
          </a:prstGeom>
          <a:noFill/>
          <a:ln w="127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a:solidFill>
                <a:schemeClr val="bg1"/>
              </a:solidFill>
              <a:sym typeface="等线" panose="02010600030101010101" charset="-122"/>
            </a:endParaRPr>
          </a:p>
        </p:txBody>
      </p:sp>
      <p:sp>
        <p:nvSpPr>
          <p:cNvPr id="75" name="Shape 1731"/>
          <p:cNvSpPr/>
          <p:nvPr/>
        </p:nvSpPr>
        <p:spPr>
          <a:xfrm>
            <a:off x="5568050" y="3745813"/>
            <a:ext cx="2576041" cy="1"/>
          </a:xfrm>
          <a:prstGeom prst="line">
            <a:avLst/>
          </a:prstGeom>
          <a:noFill/>
          <a:ln w="127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a:solidFill>
                <a:schemeClr val="bg1"/>
              </a:solidFill>
              <a:sym typeface="等线" panose="02010600030101010101" charset="-122"/>
            </a:endParaRPr>
          </a:p>
        </p:txBody>
      </p:sp>
      <p:sp>
        <p:nvSpPr>
          <p:cNvPr id="76" name="Shape 1737"/>
          <p:cNvSpPr/>
          <p:nvPr/>
        </p:nvSpPr>
        <p:spPr>
          <a:xfrm>
            <a:off x="5555869" y="2390431"/>
            <a:ext cx="2647866" cy="241092"/>
          </a:xfrm>
          <a:prstGeom prst="rect">
            <a:avLst/>
          </a:prstGeom>
          <a:noFill/>
          <a:ln w="12700" cap="flat">
            <a:noFill/>
            <a:miter lim="400000"/>
          </a:ln>
          <a:effectLst/>
        </p:spPr>
        <p:txBody>
          <a:bodyPr wrap="square" lIns="50800" tIns="50800" rIns="50800" bIns="50800" numCol="1" anchor="ctr">
            <a:spAutoFit/>
          </a:bodyPr>
          <a:lstStyle>
            <a:lvl1pPr>
              <a:lnSpc>
                <a:spcPct val="140000"/>
              </a:lnSpc>
              <a:defRPr sz="2000">
                <a:solidFill>
                  <a:srgbClr val="329687"/>
                </a:solidFill>
              </a:defRPr>
            </a:lvl1pPr>
          </a:lstStyle>
          <a:p>
            <a:pPr lvl="0">
              <a:lnSpc>
                <a:spcPct val="100000"/>
              </a:lnSpc>
              <a:defRPr sz="1800" b="0">
                <a:solidFill>
                  <a:srgbClr val="000000"/>
                </a:solidFill>
              </a:defRPr>
            </a:pPr>
            <a:r>
              <a:rPr sz="900" b="1" dirty="0">
                <a:solidFill>
                  <a:schemeClr val="bg1"/>
                </a:solidFill>
              </a:rPr>
              <a:t>Subject One            </a:t>
            </a:r>
            <a:r>
              <a:rPr lang="en-US" sz="900" b="1" dirty="0">
                <a:solidFill>
                  <a:schemeClr val="bg1"/>
                </a:solidFill>
              </a:rPr>
              <a:t>  </a:t>
            </a:r>
            <a:r>
              <a:rPr sz="900" b="1" dirty="0">
                <a:solidFill>
                  <a:schemeClr val="bg1"/>
                </a:solidFill>
              </a:rPr>
              <a:t>     Title       </a:t>
            </a:r>
            <a:r>
              <a:rPr lang="en-US" sz="900" b="1" dirty="0">
                <a:solidFill>
                  <a:schemeClr val="bg1"/>
                </a:solidFill>
              </a:rPr>
              <a:t>  </a:t>
            </a:r>
            <a:r>
              <a:rPr sz="900" b="1" dirty="0">
                <a:solidFill>
                  <a:schemeClr val="bg1"/>
                </a:solidFill>
              </a:rPr>
              <a:t>  </a:t>
            </a:r>
            <a:r>
              <a:rPr lang="en-US" sz="900" b="1" dirty="0">
                <a:solidFill>
                  <a:schemeClr val="bg1"/>
                </a:solidFill>
              </a:rPr>
              <a:t>  </a:t>
            </a:r>
            <a:r>
              <a:rPr sz="900" b="1" dirty="0">
                <a:solidFill>
                  <a:schemeClr val="bg1"/>
                </a:solidFill>
              </a:rPr>
              <a:t>     Title</a:t>
            </a:r>
            <a:r>
              <a:rPr lang="en-US" sz="900" b="1" dirty="0">
                <a:solidFill>
                  <a:schemeClr val="bg1"/>
                </a:solidFill>
              </a:rPr>
              <a:t> 2</a:t>
            </a:r>
            <a:endParaRPr sz="900" b="1" dirty="0">
              <a:solidFill>
                <a:schemeClr val="bg1"/>
              </a:solidFill>
            </a:endParaRPr>
          </a:p>
        </p:txBody>
      </p:sp>
      <p:sp>
        <p:nvSpPr>
          <p:cNvPr id="77" name="Shape 1738"/>
          <p:cNvSpPr/>
          <p:nvPr/>
        </p:nvSpPr>
        <p:spPr>
          <a:xfrm>
            <a:off x="5555868" y="2596823"/>
            <a:ext cx="1061079" cy="1081899"/>
          </a:xfrm>
          <a:prstGeom prst="rect">
            <a:avLst/>
          </a:prstGeom>
          <a:noFill/>
          <a:ln w="12700" cap="flat">
            <a:noFill/>
            <a:miter lim="400000"/>
          </a:ln>
          <a:effectLst/>
        </p:spPr>
        <p:txBody>
          <a:bodyPr wrap="square" lIns="50800" tIns="50800" rIns="50800" bIns="50800" numCol="1" anchor="ctr">
            <a:spAutoFit/>
          </a:bodyPr>
          <a:lstStyle/>
          <a:p>
            <a:pPr lvl="0">
              <a:lnSpc>
                <a:spcPct val="250000"/>
              </a:lnSpc>
              <a:defRPr sz="1800" b="0">
                <a:solidFill>
                  <a:srgbClr val="000000"/>
                </a:solidFill>
              </a:defRPr>
            </a:pPr>
            <a:r>
              <a:rPr sz="900" dirty="0">
                <a:solidFill>
                  <a:schemeClr val="bg1"/>
                </a:solidFill>
              </a:rPr>
              <a:t>Epsom simply</a:t>
            </a:r>
            <a:endParaRPr sz="900" dirty="0">
              <a:solidFill>
                <a:schemeClr val="bg1"/>
              </a:solidFill>
            </a:endParaRPr>
          </a:p>
          <a:p>
            <a:pPr lvl="0">
              <a:lnSpc>
                <a:spcPct val="250000"/>
              </a:lnSpc>
              <a:defRPr sz="1800" b="0">
                <a:solidFill>
                  <a:srgbClr val="000000"/>
                </a:solidFill>
              </a:defRPr>
            </a:pPr>
            <a:r>
              <a:rPr sz="900" dirty="0">
                <a:solidFill>
                  <a:schemeClr val="bg1"/>
                </a:solidFill>
              </a:rPr>
              <a:t>Dummy text</a:t>
            </a:r>
            <a:endParaRPr sz="900" dirty="0">
              <a:solidFill>
                <a:schemeClr val="bg1"/>
              </a:solidFill>
            </a:endParaRPr>
          </a:p>
          <a:p>
            <a:pPr lvl="0">
              <a:lnSpc>
                <a:spcPct val="250000"/>
              </a:lnSpc>
              <a:defRPr sz="1800" b="0">
                <a:solidFill>
                  <a:srgbClr val="000000"/>
                </a:solidFill>
              </a:defRPr>
            </a:pPr>
            <a:r>
              <a:rPr sz="900" dirty="0">
                <a:solidFill>
                  <a:schemeClr val="bg1"/>
                </a:solidFill>
              </a:rPr>
              <a:t>Printing</a:t>
            </a:r>
            <a:endParaRPr sz="900" dirty="0">
              <a:solidFill>
                <a:schemeClr val="bg1"/>
              </a:solidFill>
            </a:endParaRPr>
          </a:p>
        </p:txBody>
      </p:sp>
      <p:sp>
        <p:nvSpPr>
          <p:cNvPr id="78" name="Shape 1739"/>
          <p:cNvSpPr/>
          <p:nvPr/>
        </p:nvSpPr>
        <p:spPr>
          <a:xfrm>
            <a:off x="6769919" y="2596823"/>
            <a:ext cx="682682" cy="1081899"/>
          </a:xfrm>
          <a:prstGeom prst="rect">
            <a:avLst/>
          </a:prstGeom>
          <a:noFill/>
          <a:ln w="12700" cap="flat">
            <a:noFill/>
            <a:miter lim="400000"/>
          </a:ln>
          <a:effectLst/>
        </p:spPr>
        <p:txBody>
          <a:bodyPr wrap="square" lIns="50800" tIns="50800" rIns="50800" bIns="50800" numCol="1" anchor="ctr">
            <a:spAutoFit/>
          </a:bodyPr>
          <a:lstStyle/>
          <a:p>
            <a:pPr lvl="0">
              <a:lnSpc>
                <a:spcPct val="250000"/>
              </a:lnSpc>
              <a:defRPr sz="1800" b="0">
                <a:solidFill>
                  <a:srgbClr val="000000"/>
                </a:solidFill>
              </a:defRPr>
            </a:pPr>
            <a:r>
              <a:rPr sz="900" dirty="0">
                <a:solidFill>
                  <a:schemeClr val="bg1"/>
                </a:solidFill>
              </a:rPr>
              <a:t>88,002</a:t>
            </a:r>
            <a:endParaRPr sz="900" dirty="0">
              <a:solidFill>
                <a:schemeClr val="bg1"/>
              </a:solidFill>
            </a:endParaRPr>
          </a:p>
          <a:p>
            <a:pPr lvl="0">
              <a:lnSpc>
                <a:spcPct val="250000"/>
              </a:lnSpc>
              <a:defRPr sz="1800" b="0">
                <a:solidFill>
                  <a:srgbClr val="000000"/>
                </a:solidFill>
              </a:defRPr>
            </a:pPr>
            <a:r>
              <a:rPr sz="900" dirty="0">
                <a:solidFill>
                  <a:schemeClr val="bg1"/>
                </a:solidFill>
              </a:rPr>
              <a:t>10,012</a:t>
            </a:r>
            <a:endParaRPr sz="900" dirty="0">
              <a:solidFill>
                <a:schemeClr val="bg1"/>
              </a:solidFill>
            </a:endParaRPr>
          </a:p>
          <a:p>
            <a:pPr lvl="0">
              <a:lnSpc>
                <a:spcPct val="250000"/>
              </a:lnSpc>
              <a:defRPr sz="1800" b="0">
                <a:solidFill>
                  <a:srgbClr val="000000"/>
                </a:solidFill>
              </a:defRPr>
            </a:pPr>
            <a:r>
              <a:rPr sz="900" dirty="0">
                <a:solidFill>
                  <a:schemeClr val="bg1"/>
                </a:solidFill>
              </a:rPr>
              <a:t>689,560</a:t>
            </a:r>
            <a:endParaRPr sz="900" dirty="0">
              <a:solidFill>
                <a:schemeClr val="bg1"/>
              </a:solidFill>
            </a:endParaRPr>
          </a:p>
        </p:txBody>
      </p:sp>
      <p:sp>
        <p:nvSpPr>
          <p:cNvPr id="79" name="Shape 1740"/>
          <p:cNvSpPr/>
          <p:nvPr/>
        </p:nvSpPr>
        <p:spPr>
          <a:xfrm>
            <a:off x="7521053" y="2596823"/>
            <a:ext cx="682682" cy="1081899"/>
          </a:xfrm>
          <a:prstGeom prst="rect">
            <a:avLst/>
          </a:prstGeom>
          <a:noFill/>
          <a:ln w="12700" cap="flat">
            <a:noFill/>
            <a:miter lim="400000"/>
          </a:ln>
          <a:effectLst/>
        </p:spPr>
        <p:txBody>
          <a:bodyPr wrap="square" lIns="50800" tIns="50800" rIns="50800" bIns="50800" numCol="1" anchor="ctr">
            <a:spAutoFit/>
          </a:bodyPr>
          <a:lstStyle/>
          <a:p>
            <a:pPr lvl="0">
              <a:lnSpc>
                <a:spcPct val="250000"/>
              </a:lnSpc>
              <a:defRPr sz="1800" b="0">
                <a:solidFill>
                  <a:srgbClr val="000000"/>
                </a:solidFill>
              </a:defRPr>
            </a:pPr>
            <a:r>
              <a:rPr sz="900" dirty="0">
                <a:solidFill>
                  <a:schemeClr val="bg1"/>
                </a:solidFill>
              </a:rPr>
              <a:t>88,002</a:t>
            </a:r>
            <a:endParaRPr sz="900" dirty="0">
              <a:solidFill>
                <a:schemeClr val="bg1"/>
              </a:solidFill>
            </a:endParaRPr>
          </a:p>
          <a:p>
            <a:pPr lvl="0">
              <a:lnSpc>
                <a:spcPct val="250000"/>
              </a:lnSpc>
              <a:defRPr sz="1800" b="0">
                <a:solidFill>
                  <a:srgbClr val="000000"/>
                </a:solidFill>
              </a:defRPr>
            </a:pPr>
            <a:r>
              <a:rPr sz="900" dirty="0">
                <a:solidFill>
                  <a:schemeClr val="bg1"/>
                </a:solidFill>
              </a:rPr>
              <a:t>10,012</a:t>
            </a:r>
            <a:endParaRPr sz="900" dirty="0">
              <a:solidFill>
                <a:schemeClr val="bg1"/>
              </a:solidFill>
            </a:endParaRPr>
          </a:p>
          <a:p>
            <a:pPr lvl="0">
              <a:lnSpc>
                <a:spcPct val="250000"/>
              </a:lnSpc>
              <a:defRPr sz="1800" b="0">
                <a:solidFill>
                  <a:srgbClr val="000000"/>
                </a:solidFill>
              </a:defRPr>
            </a:pPr>
            <a:r>
              <a:rPr sz="900" dirty="0">
                <a:solidFill>
                  <a:schemeClr val="bg1"/>
                </a:solidFill>
              </a:rPr>
              <a:t>689,560</a:t>
            </a:r>
            <a:endParaRPr sz="900" dirty="0">
              <a:solidFill>
                <a:schemeClr val="bg1"/>
              </a:solidFill>
            </a:endParaRPr>
          </a:p>
        </p:txBody>
      </p:sp>
      <p:sp>
        <p:nvSpPr>
          <p:cNvPr id="81" name="Shape 1728"/>
          <p:cNvSpPr/>
          <p:nvPr/>
        </p:nvSpPr>
        <p:spPr>
          <a:xfrm>
            <a:off x="8586964" y="2700342"/>
            <a:ext cx="2576041" cy="1"/>
          </a:xfrm>
          <a:prstGeom prst="line">
            <a:avLst/>
          </a:prstGeom>
          <a:noFill/>
          <a:ln w="254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dirty="0">
              <a:solidFill>
                <a:schemeClr val="bg1"/>
              </a:solidFill>
              <a:sym typeface="等线" panose="02010600030101010101" charset="-122"/>
            </a:endParaRPr>
          </a:p>
        </p:txBody>
      </p:sp>
      <p:sp>
        <p:nvSpPr>
          <p:cNvPr id="82" name="Shape 1729"/>
          <p:cNvSpPr/>
          <p:nvPr/>
        </p:nvSpPr>
        <p:spPr>
          <a:xfrm>
            <a:off x="8586964" y="3048832"/>
            <a:ext cx="2576041" cy="1"/>
          </a:xfrm>
          <a:prstGeom prst="line">
            <a:avLst/>
          </a:prstGeom>
          <a:noFill/>
          <a:ln w="127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a:solidFill>
                <a:schemeClr val="bg1"/>
              </a:solidFill>
              <a:sym typeface="等线" panose="02010600030101010101" charset="-122"/>
            </a:endParaRPr>
          </a:p>
        </p:txBody>
      </p:sp>
      <p:sp>
        <p:nvSpPr>
          <p:cNvPr id="83" name="Shape 1730"/>
          <p:cNvSpPr/>
          <p:nvPr/>
        </p:nvSpPr>
        <p:spPr>
          <a:xfrm>
            <a:off x="8586964" y="3397323"/>
            <a:ext cx="2576041" cy="1"/>
          </a:xfrm>
          <a:prstGeom prst="line">
            <a:avLst/>
          </a:prstGeom>
          <a:noFill/>
          <a:ln w="127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a:solidFill>
                <a:schemeClr val="bg1"/>
              </a:solidFill>
              <a:sym typeface="等线" panose="02010600030101010101" charset="-122"/>
            </a:endParaRPr>
          </a:p>
        </p:txBody>
      </p:sp>
      <p:sp>
        <p:nvSpPr>
          <p:cNvPr id="84" name="Shape 1731"/>
          <p:cNvSpPr/>
          <p:nvPr/>
        </p:nvSpPr>
        <p:spPr>
          <a:xfrm>
            <a:off x="8586964" y="3745813"/>
            <a:ext cx="2576041" cy="1"/>
          </a:xfrm>
          <a:prstGeom prst="line">
            <a:avLst/>
          </a:prstGeom>
          <a:noFill/>
          <a:ln w="12700" cap="flat">
            <a:solidFill>
              <a:schemeClr val="bg1"/>
            </a:solidFill>
            <a:prstDash val="solid"/>
            <a:miter lim="400000"/>
          </a:ln>
          <a:effectLst/>
        </p:spPr>
        <p:txBody>
          <a:bodyPr wrap="square" lIns="0" tIns="0" rIns="0" bIns="0" numCol="1" anchor="ctr">
            <a:noAutofit/>
          </a:bodyPr>
          <a:lstStyle/>
          <a:p>
            <a:pPr lvl="0" algn="ctr">
              <a:lnSpc>
                <a:spcPct val="100000"/>
              </a:lnSpc>
              <a:defRPr sz="3200" b="0">
                <a:solidFill>
                  <a:srgbClr val="000000"/>
                </a:solidFill>
                <a:latin typeface="+mn-lt"/>
                <a:ea typeface="+mn-ea"/>
                <a:cs typeface="+mn-cs"/>
                <a:sym typeface="Helvetica Light"/>
              </a:defRPr>
            </a:pPr>
            <a:endParaRPr sz="900">
              <a:solidFill>
                <a:schemeClr val="bg1"/>
              </a:solidFill>
              <a:sym typeface="等线" panose="02010600030101010101" charset="-122"/>
            </a:endParaRPr>
          </a:p>
        </p:txBody>
      </p:sp>
      <p:sp>
        <p:nvSpPr>
          <p:cNvPr id="85" name="Shape 1737"/>
          <p:cNvSpPr/>
          <p:nvPr/>
        </p:nvSpPr>
        <p:spPr>
          <a:xfrm>
            <a:off x="8574783" y="2390431"/>
            <a:ext cx="2647866" cy="241092"/>
          </a:xfrm>
          <a:prstGeom prst="rect">
            <a:avLst/>
          </a:prstGeom>
          <a:noFill/>
          <a:ln w="12700" cap="flat">
            <a:noFill/>
            <a:miter lim="400000"/>
          </a:ln>
          <a:effectLst/>
        </p:spPr>
        <p:txBody>
          <a:bodyPr wrap="square" lIns="50800" tIns="50800" rIns="50800" bIns="50800" numCol="1" anchor="ctr">
            <a:spAutoFit/>
          </a:bodyPr>
          <a:lstStyle>
            <a:lvl1pPr>
              <a:lnSpc>
                <a:spcPct val="140000"/>
              </a:lnSpc>
              <a:defRPr sz="2000">
                <a:solidFill>
                  <a:srgbClr val="329687"/>
                </a:solidFill>
              </a:defRPr>
            </a:lvl1pPr>
          </a:lstStyle>
          <a:p>
            <a:pPr lvl="0">
              <a:lnSpc>
                <a:spcPct val="100000"/>
              </a:lnSpc>
              <a:defRPr sz="1800" b="0">
                <a:solidFill>
                  <a:srgbClr val="000000"/>
                </a:solidFill>
              </a:defRPr>
            </a:pPr>
            <a:r>
              <a:rPr sz="900" b="1" dirty="0">
                <a:solidFill>
                  <a:schemeClr val="bg1"/>
                </a:solidFill>
              </a:rPr>
              <a:t>Subject One            </a:t>
            </a:r>
            <a:r>
              <a:rPr lang="en-US" sz="900" b="1" dirty="0">
                <a:solidFill>
                  <a:schemeClr val="bg1"/>
                </a:solidFill>
              </a:rPr>
              <a:t>  </a:t>
            </a:r>
            <a:r>
              <a:rPr sz="900" b="1" dirty="0">
                <a:solidFill>
                  <a:schemeClr val="bg1"/>
                </a:solidFill>
              </a:rPr>
              <a:t>     Title       </a:t>
            </a:r>
            <a:r>
              <a:rPr lang="en-US" sz="900" b="1" dirty="0">
                <a:solidFill>
                  <a:schemeClr val="bg1"/>
                </a:solidFill>
              </a:rPr>
              <a:t>  </a:t>
            </a:r>
            <a:r>
              <a:rPr sz="900" b="1" dirty="0">
                <a:solidFill>
                  <a:schemeClr val="bg1"/>
                </a:solidFill>
              </a:rPr>
              <a:t>  </a:t>
            </a:r>
            <a:r>
              <a:rPr lang="en-US" sz="900" b="1" dirty="0">
                <a:solidFill>
                  <a:schemeClr val="bg1"/>
                </a:solidFill>
              </a:rPr>
              <a:t>  </a:t>
            </a:r>
            <a:r>
              <a:rPr sz="900" b="1" dirty="0">
                <a:solidFill>
                  <a:schemeClr val="bg1"/>
                </a:solidFill>
              </a:rPr>
              <a:t>     Title</a:t>
            </a:r>
            <a:r>
              <a:rPr lang="en-US" sz="900" b="1" dirty="0">
                <a:solidFill>
                  <a:schemeClr val="bg1"/>
                </a:solidFill>
              </a:rPr>
              <a:t> 2</a:t>
            </a:r>
            <a:endParaRPr sz="900" b="1" dirty="0">
              <a:solidFill>
                <a:schemeClr val="bg1"/>
              </a:solidFill>
            </a:endParaRPr>
          </a:p>
        </p:txBody>
      </p:sp>
      <p:sp>
        <p:nvSpPr>
          <p:cNvPr id="86" name="Shape 1738"/>
          <p:cNvSpPr/>
          <p:nvPr/>
        </p:nvSpPr>
        <p:spPr>
          <a:xfrm>
            <a:off x="8574782" y="2596823"/>
            <a:ext cx="1061079" cy="1081899"/>
          </a:xfrm>
          <a:prstGeom prst="rect">
            <a:avLst/>
          </a:prstGeom>
          <a:noFill/>
          <a:ln w="12700" cap="flat">
            <a:noFill/>
            <a:miter lim="400000"/>
          </a:ln>
          <a:effectLst/>
        </p:spPr>
        <p:txBody>
          <a:bodyPr wrap="square" lIns="50800" tIns="50800" rIns="50800" bIns="50800" numCol="1" anchor="ctr">
            <a:spAutoFit/>
          </a:bodyPr>
          <a:lstStyle/>
          <a:p>
            <a:pPr lvl="0">
              <a:lnSpc>
                <a:spcPct val="250000"/>
              </a:lnSpc>
              <a:defRPr sz="1800" b="0">
                <a:solidFill>
                  <a:srgbClr val="000000"/>
                </a:solidFill>
              </a:defRPr>
            </a:pPr>
            <a:r>
              <a:rPr sz="900" dirty="0">
                <a:solidFill>
                  <a:schemeClr val="bg1"/>
                </a:solidFill>
              </a:rPr>
              <a:t>Epsom simply</a:t>
            </a:r>
            <a:endParaRPr sz="900" dirty="0">
              <a:solidFill>
                <a:schemeClr val="bg1"/>
              </a:solidFill>
            </a:endParaRPr>
          </a:p>
          <a:p>
            <a:pPr lvl="0">
              <a:lnSpc>
                <a:spcPct val="250000"/>
              </a:lnSpc>
              <a:defRPr sz="1800" b="0">
                <a:solidFill>
                  <a:srgbClr val="000000"/>
                </a:solidFill>
              </a:defRPr>
            </a:pPr>
            <a:r>
              <a:rPr sz="900" dirty="0">
                <a:solidFill>
                  <a:schemeClr val="bg1"/>
                </a:solidFill>
              </a:rPr>
              <a:t>Dummy text</a:t>
            </a:r>
            <a:endParaRPr sz="900" dirty="0">
              <a:solidFill>
                <a:schemeClr val="bg1"/>
              </a:solidFill>
            </a:endParaRPr>
          </a:p>
          <a:p>
            <a:pPr lvl="0">
              <a:lnSpc>
                <a:spcPct val="250000"/>
              </a:lnSpc>
              <a:defRPr sz="1800" b="0">
                <a:solidFill>
                  <a:srgbClr val="000000"/>
                </a:solidFill>
              </a:defRPr>
            </a:pPr>
            <a:r>
              <a:rPr sz="900" dirty="0">
                <a:solidFill>
                  <a:schemeClr val="bg1"/>
                </a:solidFill>
              </a:rPr>
              <a:t>Printing</a:t>
            </a:r>
            <a:endParaRPr sz="900" dirty="0">
              <a:solidFill>
                <a:schemeClr val="bg1"/>
              </a:solidFill>
            </a:endParaRPr>
          </a:p>
        </p:txBody>
      </p:sp>
      <p:sp>
        <p:nvSpPr>
          <p:cNvPr id="87" name="Shape 1739"/>
          <p:cNvSpPr/>
          <p:nvPr/>
        </p:nvSpPr>
        <p:spPr>
          <a:xfrm>
            <a:off x="9788833" y="2596823"/>
            <a:ext cx="682682" cy="1081899"/>
          </a:xfrm>
          <a:prstGeom prst="rect">
            <a:avLst/>
          </a:prstGeom>
          <a:noFill/>
          <a:ln w="12700" cap="flat">
            <a:noFill/>
            <a:miter lim="400000"/>
          </a:ln>
          <a:effectLst/>
        </p:spPr>
        <p:txBody>
          <a:bodyPr wrap="square" lIns="50800" tIns="50800" rIns="50800" bIns="50800" numCol="1" anchor="ctr">
            <a:spAutoFit/>
          </a:bodyPr>
          <a:lstStyle/>
          <a:p>
            <a:pPr lvl="0">
              <a:lnSpc>
                <a:spcPct val="250000"/>
              </a:lnSpc>
              <a:defRPr sz="1800" b="0">
                <a:solidFill>
                  <a:srgbClr val="000000"/>
                </a:solidFill>
              </a:defRPr>
            </a:pPr>
            <a:r>
              <a:rPr sz="900" dirty="0">
                <a:solidFill>
                  <a:schemeClr val="bg1"/>
                </a:solidFill>
              </a:rPr>
              <a:t>88,002</a:t>
            </a:r>
            <a:endParaRPr sz="900" dirty="0">
              <a:solidFill>
                <a:schemeClr val="bg1"/>
              </a:solidFill>
            </a:endParaRPr>
          </a:p>
          <a:p>
            <a:pPr lvl="0">
              <a:lnSpc>
                <a:spcPct val="250000"/>
              </a:lnSpc>
              <a:defRPr sz="1800" b="0">
                <a:solidFill>
                  <a:srgbClr val="000000"/>
                </a:solidFill>
              </a:defRPr>
            </a:pPr>
            <a:r>
              <a:rPr sz="900" dirty="0">
                <a:solidFill>
                  <a:schemeClr val="bg1"/>
                </a:solidFill>
              </a:rPr>
              <a:t>10,012</a:t>
            </a:r>
            <a:endParaRPr sz="900" dirty="0">
              <a:solidFill>
                <a:schemeClr val="bg1"/>
              </a:solidFill>
            </a:endParaRPr>
          </a:p>
          <a:p>
            <a:pPr lvl="0">
              <a:lnSpc>
                <a:spcPct val="250000"/>
              </a:lnSpc>
              <a:defRPr sz="1800" b="0">
                <a:solidFill>
                  <a:srgbClr val="000000"/>
                </a:solidFill>
              </a:defRPr>
            </a:pPr>
            <a:r>
              <a:rPr sz="900" dirty="0">
                <a:solidFill>
                  <a:schemeClr val="bg1"/>
                </a:solidFill>
              </a:rPr>
              <a:t>689,560</a:t>
            </a:r>
            <a:endParaRPr sz="900" dirty="0">
              <a:solidFill>
                <a:schemeClr val="bg1"/>
              </a:solidFill>
            </a:endParaRPr>
          </a:p>
        </p:txBody>
      </p:sp>
      <p:sp>
        <p:nvSpPr>
          <p:cNvPr id="88" name="Shape 1740"/>
          <p:cNvSpPr/>
          <p:nvPr/>
        </p:nvSpPr>
        <p:spPr>
          <a:xfrm>
            <a:off x="10539967" y="2596823"/>
            <a:ext cx="682682" cy="1081899"/>
          </a:xfrm>
          <a:prstGeom prst="rect">
            <a:avLst/>
          </a:prstGeom>
          <a:noFill/>
          <a:ln w="12700" cap="flat">
            <a:noFill/>
            <a:miter lim="400000"/>
          </a:ln>
          <a:effectLst/>
        </p:spPr>
        <p:txBody>
          <a:bodyPr wrap="square" lIns="50800" tIns="50800" rIns="50800" bIns="50800" numCol="1" anchor="ctr">
            <a:spAutoFit/>
          </a:bodyPr>
          <a:lstStyle/>
          <a:p>
            <a:pPr lvl="0">
              <a:lnSpc>
                <a:spcPct val="250000"/>
              </a:lnSpc>
              <a:defRPr sz="1800" b="0">
                <a:solidFill>
                  <a:srgbClr val="000000"/>
                </a:solidFill>
              </a:defRPr>
            </a:pPr>
            <a:r>
              <a:rPr sz="900" dirty="0">
                <a:solidFill>
                  <a:schemeClr val="bg1"/>
                </a:solidFill>
              </a:rPr>
              <a:t>88,002</a:t>
            </a:r>
            <a:endParaRPr sz="900" dirty="0">
              <a:solidFill>
                <a:schemeClr val="bg1"/>
              </a:solidFill>
            </a:endParaRPr>
          </a:p>
          <a:p>
            <a:pPr lvl="0">
              <a:lnSpc>
                <a:spcPct val="250000"/>
              </a:lnSpc>
              <a:defRPr sz="1800" b="0">
                <a:solidFill>
                  <a:srgbClr val="000000"/>
                </a:solidFill>
              </a:defRPr>
            </a:pPr>
            <a:r>
              <a:rPr sz="900" dirty="0">
                <a:solidFill>
                  <a:schemeClr val="bg1"/>
                </a:solidFill>
              </a:rPr>
              <a:t>10,012</a:t>
            </a:r>
            <a:endParaRPr sz="900" dirty="0">
              <a:solidFill>
                <a:schemeClr val="bg1"/>
              </a:solidFill>
            </a:endParaRPr>
          </a:p>
          <a:p>
            <a:pPr lvl="0">
              <a:lnSpc>
                <a:spcPct val="250000"/>
              </a:lnSpc>
              <a:defRPr sz="1800" b="0">
                <a:solidFill>
                  <a:srgbClr val="000000"/>
                </a:solidFill>
              </a:defRPr>
            </a:pPr>
            <a:r>
              <a:rPr sz="900" dirty="0">
                <a:solidFill>
                  <a:schemeClr val="bg1"/>
                </a:solidFill>
              </a:rPr>
              <a:t>689,560</a:t>
            </a:r>
            <a:endParaRPr sz="900" dirty="0">
              <a:solidFill>
                <a:schemeClr val="bg1"/>
              </a:solidFill>
            </a:endParaRPr>
          </a:p>
        </p:txBody>
      </p:sp>
      <p:grpSp>
        <p:nvGrpSpPr>
          <p:cNvPr id="94" name="Group 93"/>
          <p:cNvGrpSpPr/>
          <p:nvPr/>
        </p:nvGrpSpPr>
        <p:grpSpPr>
          <a:xfrm>
            <a:off x="4586515" y="5168801"/>
            <a:ext cx="5918580" cy="1174849"/>
            <a:chOff x="5304069" y="5168801"/>
            <a:chExt cx="5918580" cy="1174849"/>
          </a:xfrm>
        </p:grpSpPr>
        <p:sp>
          <p:nvSpPr>
            <p:cNvPr id="92" name="TextBox 91"/>
            <p:cNvSpPr txBox="1"/>
            <p:nvPr/>
          </p:nvSpPr>
          <p:spPr>
            <a:xfrm>
              <a:off x="5304070" y="5168801"/>
              <a:ext cx="2175007" cy="614045"/>
            </a:xfrm>
            <a:prstGeom prst="rect">
              <a:avLst/>
            </a:prstGeom>
            <a:noFill/>
          </p:spPr>
          <p:txBody>
            <a:bodyPr wrap="square" rtlCol="0">
              <a:spAutoFit/>
            </a:bodyPr>
            <a:lstStyle/>
            <a:p>
              <a:r>
                <a:rPr lang="en-US" sz="1700" spc="500" dirty="0">
                  <a:solidFill>
                    <a:schemeClr val="bg1"/>
                  </a:solidFill>
                  <a:latin typeface="等线" panose="02010600030101010101" charset="-122"/>
                  <a:ea typeface="等线" panose="02010600030101010101" charset="-122"/>
                </a:rPr>
                <a:t>LOREM IPSUM_</a:t>
              </a:r>
              <a:endParaRPr lang="en-US" sz="1700" spc="500" dirty="0">
                <a:solidFill>
                  <a:schemeClr val="bg1"/>
                </a:solidFill>
                <a:latin typeface="等线" panose="02010600030101010101" charset="-122"/>
                <a:ea typeface="等线" panose="02010600030101010101" charset="-122"/>
              </a:endParaRPr>
            </a:p>
          </p:txBody>
        </p:sp>
        <p:sp>
          <p:nvSpPr>
            <p:cNvPr id="93" name="Subtitle 6"/>
            <p:cNvSpPr txBox="1"/>
            <p:nvPr/>
          </p:nvSpPr>
          <p:spPr>
            <a:xfrm>
              <a:off x="5304069" y="5779761"/>
              <a:ext cx="5918580" cy="563889"/>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8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 mountains, walked through many waters, and knew many people. </a:t>
              </a:r>
              <a:endParaRPr lang="zh-CN" altLang="en-US" sz="800" dirty="0">
                <a:solidFill>
                  <a:schemeClr val="bg1"/>
                </a:solidFill>
                <a:latin typeface=".黑体UI-简" pitchFamily="2" charset="-128"/>
                <a:ea typeface=".黑体UI-简" pitchFamily="2" charset="-128"/>
                <a:cs typeface=".黑体UI-简" pitchFamily="2" charset="-128"/>
              </a:endParaRPr>
            </a:p>
          </p:txBody>
        </p:sp>
      </p:grpSp>
      <p:pic>
        <p:nvPicPr>
          <p:cNvPr id="4" name="图片占位符 3"/>
          <p:cNvPicPr>
            <a:picLocks noGrp="1" noChangeAspect="1"/>
          </p:cNvPicPr>
          <p:nvPr>
            <p:ph type="pic" sz="quarter" idx="16"/>
          </p:nvPr>
        </p:nvPicPr>
        <p:blipFill>
          <a:blip r:embed="rId1" cstate="screen"/>
          <a:srcRect/>
          <a:stretch>
            <a:fillRect/>
          </a:stretch>
        </p:blipFill>
        <p:spPr>
          <a:blipFill>
            <a:blip r:embed="rId2" cstate="screen"/>
            <a:stretch>
              <a:fillRect/>
            </a:stretch>
          </a:blipFill>
        </p:spPr>
      </p:pic>
      <p:grpSp>
        <p:nvGrpSpPr>
          <p:cNvPr id="26" name="组合 25"/>
          <p:cNvGrpSpPr/>
          <p:nvPr/>
        </p:nvGrpSpPr>
        <p:grpSpPr>
          <a:xfrm>
            <a:off x="385443" y="1384653"/>
            <a:ext cx="4154677" cy="1188536"/>
            <a:chOff x="758286" y="705173"/>
            <a:chExt cx="4154677" cy="1188536"/>
          </a:xfrm>
        </p:grpSpPr>
        <p:sp>
          <p:nvSpPr>
            <p:cNvPr id="27" name="文本框 26"/>
            <p:cNvSpPr txBox="1"/>
            <p:nvPr/>
          </p:nvSpPr>
          <p:spPr>
            <a:xfrm>
              <a:off x="758286" y="705173"/>
              <a:ext cx="4154677" cy="646331"/>
            </a:xfrm>
            <a:prstGeom prst="rect">
              <a:avLst/>
            </a:prstGeom>
            <a:noFill/>
          </p:spPr>
          <p:txBody>
            <a:bodyPr wrap="square" rtlCol="0">
              <a:spAutoFit/>
            </a:bodyPr>
            <a:lstStyle/>
            <a:p>
              <a:r>
                <a:rPr lang="zh-CN" altLang="en-US" sz="3600" dirty="0">
                  <a:solidFill>
                    <a:schemeClr val="bg1"/>
                  </a:solidFill>
                  <a:latin typeface=".黑体UI-繁" pitchFamily="2" charset="-128"/>
                  <a:ea typeface=".黑体UI-繁" pitchFamily="2" charset="-128"/>
                  <a:cs typeface=".黑体UI-繁" pitchFamily="2" charset="-128"/>
                </a:rPr>
                <a:t>添加此处原有标题</a:t>
              </a:r>
              <a:endParaRPr lang="zh-CN" altLang="en-US" sz="3600" dirty="0">
                <a:solidFill>
                  <a:schemeClr val="bg1"/>
                </a:solidFill>
                <a:latin typeface=".黑体UI-繁" pitchFamily="2" charset="-128"/>
                <a:ea typeface=".黑体UI-繁" pitchFamily="2" charset="-128"/>
                <a:cs typeface=".黑体UI-繁" pitchFamily="2" charset="-128"/>
              </a:endParaRPr>
            </a:p>
          </p:txBody>
        </p:sp>
        <p:sp>
          <p:nvSpPr>
            <p:cNvPr id="28" name="文本框 27"/>
            <p:cNvSpPr txBox="1"/>
            <p:nvPr/>
          </p:nvSpPr>
          <p:spPr>
            <a:xfrm>
              <a:off x="789282" y="1429736"/>
              <a:ext cx="4123681" cy="463973"/>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1000" dirty="0">
                <a:solidFill>
                  <a:schemeClr val="bg1"/>
                </a:solidFill>
                <a:latin typeface=".黑体UI-简" pitchFamily="2" charset="-128"/>
                <a:ea typeface=".黑体UI-简" pitchFamily="2" charset="-128"/>
                <a:cs typeface=".黑体UI-简" pitchFamily="2" charset="-128"/>
              </a:endParaRPr>
            </a:p>
          </p:txBody>
        </p:sp>
      </p:grpSp>
      <p:sp>
        <p:nvSpPr>
          <p:cNvPr id="29" name="矩形 28"/>
          <p:cNvSpPr/>
          <p:nvPr/>
        </p:nvSpPr>
        <p:spPr>
          <a:xfrm flipH="1">
            <a:off x="-310" y="73"/>
            <a:ext cx="7461764" cy="6858000"/>
          </a:xfrm>
          <a:prstGeom prst="rect">
            <a:avLst/>
          </a:prstGeom>
          <a:blipFill dpi="0" rotWithShape="1">
            <a:blip r:embed="rId3" cstate="screen">
              <a:alphaModFix amt="4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54" name="Rectangle 53"/>
          <p:cNvSpPr/>
          <p:nvPr/>
        </p:nvSpPr>
        <p:spPr>
          <a:xfrm>
            <a:off x="0" y="1410154"/>
            <a:ext cx="6096000" cy="5465207"/>
          </a:xfrm>
          <a:prstGeom prst="rect">
            <a:avLst/>
          </a:prstGeom>
          <a:solidFill>
            <a:srgbClr val="CEC3CE">
              <a:alpha val="80000"/>
            </a:srgbClr>
          </a:solidFill>
          <a:ln>
            <a:noFill/>
          </a:ln>
          <a:effectLst>
            <a:outerShdw blurRad="50800" dist="381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971552" y="5013960"/>
            <a:ext cx="2175007" cy="614045"/>
          </a:xfrm>
          <a:prstGeom prst="rect">
            <a:avLst/>
          </a:prstGeom>
          <a:noFill/>
        </p:spPr>
        <p:txBody>
          <a:bodyPr wrap="square" rtlCol="0">
            <a:spAutoFit/>
          </a:bodyPr>
          <a:lstStyle/>
          <a:p>
            <a:r>
              <a:rPr lang="en-US" sz="1700" spc="500" dirty="0">
                <a:solidFill>
                  <a:schemeClr val="bg1"/>
                </a:solidFill>
                <a:latin typeface="等线" panose="02010600030101010101" charset="-122"/>
                <a:ea typeface="等线" panose="02010600030101010101" charset="-122"/>
              </a:rPr>
              <a:t>LOREM IPSUM_</a:t>
            </a:r>
            <a:endParaRPr lang="en-US" sz="1700" spc="500" dirty="0">
              <a:solidFill>
                <a:schemeClr val="bg1"/>
              </a:solidFill>
              <a:latin typeface="等线" panose="02010600030101010101" charset="-122"/>
              <a:ea typeface="等线" panose="02010600030101010101" charset="-122"/>
            </a:endParaRPr>
          </a:p>
        </p:txBody>
      </p:sp>
      <p:sp>
        <p:nvSpPr>
          <p:cNvPr id="11" name="Subtitle 6"/>
          <p:cNvSpPr txBox="1"/>
          <p:nvPr/>
        </p:nvSpPr>
        <p:spPr>
          <a:xfrm>
            <a:off x="971552" y="5526652"/>
            <a:ext cx="3752846" cy="816998"/>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8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 mountains, walked through many waters, and knew many people. </a:t>
            </a:r>
            <a:endParaRPr lang="zh-CN" altLang="en-US" sz="800" dirty="0">
              <a:solidFill>
                <a:schemeClr val="bg1"/>
              </a:solidFill>
              <a:latin typeface=".黑体UI-简" pitchFamily="2" charset="-128"/>
              <a:ea typeface=".黑体UI-简" pitchFamily="2" charset="-128"/>
              <a:cs typeface=".黑体UI-简" pitchFamily="2" charset="-128"/>
            </a:endParaRPr>
          </a:p>
        </p:txBody>
      </p:sp>
      <p:grpSp>
        <p:nvGrpSpPr>
          <p:cNvPr id="20" name="Group 19"/>
          <p:cNvGrpSpPr/>
          <p:nvPr/>
        </p:nvGrpSpPr>
        <p:grpSpPr>
          <a:xfrm>
            <a:off x="7014285" y="2091532"/>
            <a:ext cx="4206156" cy="2361058"/>
            <a:chOff x="1194090" y="2230520"/>
            <a:chExt cx="4206156" cy="2361058"/>
          </a:xfrm>
        </p:grpSpPr>
        <p:grpSp>
          <p:nvGrpSpPr>
            <p:cNvPr id="21" name="Group 20"/>
            <p:cNvGrpSpPr/>
            <p:nvPr/>
          </p:nvGrpSpPr>
          <p:grpSpPr>
            <a:xfrm>
              <a:off x="1194090" y="2230520"/>
              <a:ext cx="4206156" cy="559964"/>
              <a:chOff x="1194090" y="2230520"/>
              <a:chExt cx="4206156" cy="559964"/>
            </a:xfrm>
          </p:grpSpPr>
          <p:grpSp>
            <p:nvGrpSpPr>
              <p:cNvPr id="33" name="Group 32"/>
              <p:cNvGrpSpPr/>
              <p:nvPr/>
            </p:nvGrpSpPr>
            <p:grpSpPr>
              <a:xfrm>
                <a:off x="1194090" y="2230520"/>
                <a:ext cx="559964" cy="559964"/>
                <a:chOff x="1107006" y="2230520"/>
                <a:chExt cx="559964" cy="559964"/>
              </a:xfrm>
            </p:grpSpPr>
            <p:sp>
              <p:nvSpPr>
                <p:cNvPr id="35" name="Oval 34"/>
                <p:cNvSpPr/>
                <p:nvPr/>
              </p:nvSpPr>
              <p:spPr>
                <a:xfrm>
                  <a:off x="1107006" y="2230520"/>
                  <a:ext cx="559964" cy="559964"/>
                </a:xfrm>
                <a:prstGeom prst="ellipse">
                  <a:avLst/>
                </a:prstGeom>
                <a:solidFill>
                  <a:srgbClr val="C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1128660" y="2310447"/>
                  <a:ext cx="516656" cy="398780"/>
                </a:xfrm>
                <a:prstGeom prst="rect">
                  <a:avLst/>
                </a:prstGeom>
                <a:noFill/>
              </p:spPr>
              <p:txBody>
                <a:bodyPr wrap="square" rtlCol="0">
                  <a:spAutoFit/>
                </a:bodyPr>
                <a:lstStyle/>
                <a:p>
                  <a:pPr algn="ctr"/>
                  <a:r>
                    <a:rPr lang="en-US" sz="2000" dirty="0">
                      <a:solidFill>
                        <a:schemeClr val="bg1"/>
                      </a:solidFill>
                      <a:latin typeface="等线" panose="02010600030101010101" charset="-122"/>
                      <a:ea typeface="等线" panose="02010600030101010101" charset="-122"/>
                      <a:cs typeface="思源黑体 CN Regular" panose="020B0500000000000000" charset="-122"/>
                    </a:rPr>
                    <a:t>01</a:t>
                  </a:r>
                  <a:endParaRPr lang="en-US" sz="2000" dirty="0">
                    <a:solidFill>
                      <a:schemeClr val="bg1"/>
                    </a:solidFill>
                    <a:latin typeface="等线" panose="02010600030101010101" charset="-122"/>
                    <a:ea typeface="等线" panose="02010600030101010101" charset="-122"/>
                    <a:cs typeface="思源黑体 CN Regular" panose="020B0500000000000000" charset="-122"/>
                  </a:endParaRPr>
                </a:p>
              </p:txBody>
            </p:sp>
          </p:grpSp>
          <p:sp>
            <p:nvSpPr>
              <p:cNvPr id="34" name="Subtitle 6"/>
              <p:cNvSpPr txBox="1"/>
              <p:nvPr/>
            </p:nvSpPr>
            <p:spPr>
              <a:xfrm>
                <a:off x="1997863" y="2230976"/>
                <a:ext cx="3402383" cy="559052"/>
              </a:xfrm>
              <a:prstGeom prst="rect">
                <a:avLst/>
              </a:prstGeom>
            </p:spPr>
            <p:txBody>
              <a:bodyPr vert="horz" lIns="91440" tIns="45720" rIns="91440" bIns="45720" numCol="1" spcCol="365760" rtlCol="0" anchor="ctr">
                <a:no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fontAlgn="auto">
                  <a:lnSpc>
                    <a:spcPct val="13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900" dirty="0">
                  <a:solidFill>
                    <a:schemeClr val="bg1"/>
                  </a:solidFill>
                  <a:latin typeface=".黑体UI-简" pitchFamily="2" charset="-128"/>
                  <a:ea typeface=".黑体UI-简" pitchFamily="2" charset="-128"/>
                  <a:cs typeface=".黑体UI-简" pitchFamily="2" charset="-128"/>
                </a:endParaRPr>
              </a:p>
            </p:txBody>
          </p:sp>
        </p:grpSp>
        <p:grpSp>
          <p:nvGrpSpPr>
            <p:cNvPr id="23" name="Group 22"/>
            <p:cNvGrpSpPr/>
            <p:nvPr/>
          </p:nvGrpSpPr>
          <p:grpSpPr>
            <a:xfrm>
              <a:off x="1194090" y="3117405"/>
              <a:ext cx="4206156" cy="587287"/>
              <a:chOff x="1194090" y="3189205"/>
              <a:chExt cx="4206156" cy="587287"/>
            </a:xfrm>
          </p:grpSpPr>
          <p:sp>
            <p:nvSpPr>
              <p:cNvPr id="29" name="Subtitle 6"/>
              <p:cNvSpPr txBox="1"/>
              <p:nvPr/>
            </p:nvSpPr>
            <p:spPr>
              <a:xfrm>
                <a:off x="1997863" y="3189205"/>
                <a:ext cx="3402383" cy="559052"/>
              </a:xfrm>
              <a:prstGeom prst="rect">
                <a:avLst/>
              </a:prstGeom>
            </p:spPr>
            <p:txBody>
              <a:bodyPr vert="horz" lIns="91440" tIns="45720" rIns="91440" bIns="45720" numCol="1" spcCol="365760" rtlCol="0" anchor="ctr">
                <a:no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fontAlgn="auto">
                  <a:lnSpc>
                    <a:spcPct val="13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900" dirty="0">
                  <a:solidFill>
                    <a:schemeClr val="bg1"/>
                  </a:solidFill>
                  <a:latin typeface=".黑体UI-简" pitchFamily="2" charset="-128"/>
                  <a:ea typeface=".黑体UI-简" pitchFamily="2" charset="-128"/>
                  <a:cs typeface=".黑体UI-简" pitchFamily="2" charset="-128"/>
                </a:endParaRPr>
              </a:p>
            </p:txBody>
          </p:sp>
          <p:grpSp>
            <p:nvGrpSpPr>
              <p:cNvPr id="30" name="Group 29"/>
              <p:cNvGrpSpPr/>
              <p:nvPr/>
            </p:nvGrpSpPr>
            <p:grpSpPr>
              <a:xfrm>
                <a:off x="1194090" y="3216528"/>
                <a:ext cx="559964" cy="559964"/>
                <a:chOff x="1107006" y="2230520"/>
                <a:chExt cx="559964" cy="559964"/>
              </a:xfrm>
            </p:grpSpPr>
            <p:sp>
              <p:nvSpPr>
                <p:cNvPr id="31" name="Oval 30"/>
                <p:cNvSpPr/>
                <p:nvPr/>
              </p:nvSpPr>
              <p:spPr>
                <a:xfrm>
                  <a:off x="1107006" y="2230520"/>
                  <a:ext cx="559964" cy="559964"/>
                </a:xfrm>
                <a:prstGeom prst="ellipse">
                  <a:avLst/>
                </a:prstGeom>
                <a:solidFill>
                  <a:srgbClr val="B17F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p:cNvSpPr txBox="1"/>
                <p:nvPr/>
              </p:nvSpPr>
              <p:spPr>
                <a:xfrm>
                  <a:off x="1128660" y="2310447"/>
                  <a:ext cx="516656" cy="398780"/>
                </a:xfrm>
                <a:prstGeom prst="rect">
                  <a:avLst/>
                </a:prstGeom>
                <a:noFill/>
              </p:spPr>
              <p:txBody>
                <a:bodyPr wrap="square" rtlCol="0">
                  <a:spAutoFit/>
                </a:bodyPr>
                <a:lstStyle/>
                <a:p>
                  <a:pPr algn="ctr"/>
                  <a:r>
                    <a:rPr lang="en-US" sz="2000" dirty="0">
                      <a:solidFill>
                        <a:schemeClr val="bg1"/>
                      </a:solidFill>
                      <a:latin typeface="等线" panose="02010600030101010101" charset="-122"/>
                      <a:ea typeface="等线" panose="02010600030101010101" charset="-122"/>
                      <a:cs typeface="思源黑体 CN Regular" panose="020B0500000000000000" charset="-122"/>
                    </a:rPr>
                    <a:t>02</a:t>
                  </a:r>
                  <a:endParaRPr lang="en-US" sz="2000" dirty="0">
                    <a:solidFill>
                      <a:schemeClr val="bg1"/>
                    </a:solidFill>
                    <a:latin typeface="等线" panose="02010600030101010101" charset="-122"/>
                    <a:ea typeface="等线" panose="02010600030101010101" charset="-122"/>
                    <a:cs typeface="思源黑体 CN Regular" panose="020B0500000000000000" charset="-122"/>
                  </a:endParaRPr>
                </a:p>
              </p:txBody>
            </p:sp>
          </p:grpSp>
        </p:grpSp>
        <p:grpSp>
          <p:nvGrpSpPr>
            <p:cNvPr id="24" name="Group 23"/>
            <p:cNvGrpSpPr/>
            <p:nvPr/>
          </p:nvGrpSpPr>
          <p:grpSpPr>
            <a:xfrm>
              <a:off x="1194090" y="4031614"/>
              <a:ext cx="4206156" cy="559964"/>
              <a:chOff x="1194090" y="4176757"/>
              <a:chExt cx="4206156" cy="559964"/>
            </a:xfrm>
          </p:grpSpPr>
          <p:sp>
            <p:nvSpPr>
              <p:cNvPr id="25" name="Subtitle 6"/>
              <p:cNvSpPr txBox="1"/>
              <p:nvPr/>
            </p:nvSpPr>
            <p:spPr>
              <a:xfrm>
                <a:off x="1997863" y="4176757"/>
                <a:ext cx="3402383" cy="559052"/>
              </a:xfrm>
              <a:prstGeom prst="rect">
                <a:avLst/>
              </a:prstGeom>
            </p:spPr>
            <p:txBody>
              <a:bodyPr vert="horz" lIns="91440" tIns="45720" rIns="91440" bIns="45720" numCol="1" spcCol="365760" rtlCol="0" anchor="ctr">
                <a:no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fontAlgn="auto">
                  <a:lnSpc>
                    <a:spcPct val="13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900" dirty="0">
                  <a:solidFill>
                    <a:schemeClr val="bg1"/>
                  </a:solidFill>
                  <a:latin typeface=".黑体UI-简" pitchFamily="2" charset="-128"/>
                  <a:ea typeface=".黑体UI-简" pitchFamily="2" charset="-128"/>
                  <a:cs typeface=".黑体UI-简" pitchFamily="2" charset="-128"/>
                </a:endParaRPr>
              </a:p>
            </p:txBody>
          </p:sp>
          <p:grpSp>
            <p:nvGrpSpPr>
              <p:cNvPr id="26" name="Group 25"/>
              <p:cNvGrpSpPr/>
              <p:nvPr/>
            </p:nvGrpSpPr>
            <p:grpSpPr>
              <a:xfrm>
                <a:off x="1194090" y="4176757"/>
                <a:ext cx="559964" cy="559964"/>
                <a:chOff x="1107006" y="2230520"/>
                <a:chExt cx="559964" cy="559964"/>
              </a:xfrm>
            </p:grpSpPr>
            <p:sp>
              <p:nvSpPr>
                <p:cNvPr id="27" name="Oval 26"/>
                <p:cNvSpPr/>
                <p:nvPr/>
              </p:nvSpPr>
              <p:spPr>
                <a:xfrm>
                  <a:off x="1107006" y="2230520"/>
                  <a:ext cx="559964" cy="559964"/>
                </a:xfrm>
                <a:prstGeom prst="ellipse">
                  <a:avLst/>
                </a:prstGeom>
                <a:solidFill>
                  <a:srgbClr val="C58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1128660" y="2310447"/>
                  <a:ext cx="516656" cy="398780"/>
                </a:xfrm>
                <a:prstGeom prst="rect">
                  <a:avLst/>
                </a:prstGeom>
                <a:noFill/>
              </p:spPr>
              <p:txBody>
                <a:bodyPr wrap="square" rtlCol="0">
                  <a:spAutoFit/>
                </a:bodyPr>
                <a:lstStyle/>
                <a:p>
                  <a:pPr algn="ctr"/>
                  <a:r>
                    <a:rPr lang="en-US" sz="2000" dirty="0">
                      <a:solidFill>
                        <a:schemeClr val="bg1"/>
                      </a:solidFill>
                      <a:latin typeface="等线" panose="02010600030101010101" charset="-122"/>
                      <a:ea typeface="等线" panose="02010600030101010101" charset="-122"/>
                      <a:cs typeface="思源黑体 CN Regular" panose="020B0500000000000000" charset="-122"/>
                    </a:rPr>
                    <a:t>03</a:t>
                  </a:r>
                  <a:endParaRPr lang="en-US" sz="2000" dirty="0">
                    <a:solidFill>
                      <a:schemeClr val="bg1"/>
                    </a:solidFill>
                    <a:latin typeface="等线" panose="02010600030101010101" charset="-122"/>
                    <a:ea typeface="等线" panose="02010600030101010101" charset="-122"/>
                    <a:cs typeface="思源黑体 CN Regular" panose="020B0500000000000000" charset="-122"/>
                  </a:endParaRPr>
                </a:p>
              </p:txBody>
            </p:sp>
          </p:grpSp>
        </p:grpSp>
      </p:grpSp>
      <p:grpSp>
        <p:nvGrpSpPr>
          <p:cNvPr id="37" name="组合 36"/>
          <p:cNvGrpSpPr/>
          <p:nvPr/>
        </p:nvGrpSpPr>
        <p:grpSpPr>
          <a:xfrm>
            <a:off x="971552" y="2120767"/>
            <a:ext cx="4650622" cy="1188536"/>
            <a:chOff x="758286" y="705173"/>
            <a:chExt cx="4650622" cy="1188536"/>
          </a:xfrm>
        </p:grpSpPr>
        <p:sp>
          <p:nvSpPr>
            <p:cNvPr id="39" name="文本框 38"/>
            <p:cNvSpPr txBox="1"/>
            <p:nvPr/>
          </p:nvSpPr>
          <p:spPr>
            <a:xfrm>
              <a:off x="758286" y="705173"/>
              <a:ext cx="4154677" cy="646331"/>
            </a:xfrm>
            <a:prstGeom prst="rect">
              <a:avLst/>
            </a:prstGeom>
            <a:noFill/>
          </p:spPr>
          <p:txBody>
            <a:bodyPr wrap="square" rtlCol="0">
              <a:spAutoFit/>
            </a:bodyPr>
            <a:lstStyle/>
            <a:p>
              <a:r>
                <a:rPr lang="zh-CN" altLang="en-US" sz="3600" dirty="0">
                  <a:solidFill>
                    <a:schemeClr val="bg1"/>
                  </a:solidFill>
                  <a:latin typeface=".黑体UI-繁" pitchFamily="2" charset="-128"/>
                  <a:ea typeface=".黑体UI-繁" pitchFamily="2" charset="-128"/>
                  <a:cs typeface=".黑体UI-繁" pitchFamily="2" charset="-128"/>
                </a:rPr>
                <a:t>添加此处原有标题</a:t>
              </a:r>
              <a:endParaRPr lang="zh-CN" altLang="en-US" sz="3600" dirty="0">
                <a:solidFill>
                  <a:schemeClr val="bg1"/>
                </a:solidFill>
                <a:latin typeface=".黑体UI-繁" pitchFamily="2" charset="-128"/>
                <a:ea typeface=".黑体UI-繁" pitchFamily="2" charset="-128"/>
                <a:cs typeface=".黑体UI-繁" pitchFamily="2" charset="-128"/>
              </a:endParaRPr>
            </a:p>
          </p:txBody>
        </p:sp>
        <p:sp>
          <p:nvSpPr>
            <p:cNvPr id="40" name="文本框 39"/>
            <p:cNvSpPr txBox="1"/>
            <p:nvPr/>
          </p:nvSpPr>
          <p:spPr>
            <a:xfrm>
              <a:off x="789282" y="1429736"/>
              <a:ext cx="4619626" cy="463973"/>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1000" dirty="0">
                <a:solidFill>
                  <a:schemeClr val="bg1"/>
                </a:solidFill>
                <a:latin typeface=".黑体UI-简" pitchFamily="2" charset="-128"/>
                <a:ea typeface=".黑体UI-简" pitchFamily="2" charset="-128"/>
                <a:cs typeface=".黑体UI-简" pitchFamily="2" charset="-128"/>
              </a:endParaRPr>
            </a:p>
          </p:txBody>
        </p:sp>
      </p:grpSp>
      <p:sp>
        <p:nvSpPr>
          <p:cNvPr id="2" name="矩形 1"/>
          <p:cNvSpPr/>
          <p:nvPr/>
        </p:nvSpPr>
        <p:spPr>
          <a:xfrm>
            <a:off x="7035939" y="4740812"/>
            <a:ext cx="5156061" cy="2117188"/>
          </a:xfrm>
          <a:prstGeom prst="rect">
            <a:avLst/>
          </a:prstGeom>
          <a:blipFill dpi="0" rotWithShape="1">
            <a:blip r:embed="rId1" cstate="screen">
              <a:extLst>
                <a:ext uri="{BEBA8EAE-BF5A-486C-A8C5-ECC9F3942E4B}">
                  <a14:imgProps xmlns:a14="http://schemas.microsoft.com/office/drawing/2010/main">
                    <a14:imgLayer r:embed="rId2">
                      <a14:imgEffect>
                        <a14:saturation sat="0"/>
                      </a14:imgEffect>
                    </a14:imgLayer>
                  </a14:imgProps>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4843417" y="0"/>
            <a:ext cx="7348854" cy="6858000"/>
          </a:xfrm>
          <a:prstGeom prst="rect">
            <a:avLst/>
          </a:prstGeom>
          <a:blipFill dpi="0" rotWithShape="1">
            <a:blip r:embed="rId3" cstate="screen">
              <a:alphaModFix amt="4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3" name="Rectangle 12"/>
          <p:cNvSpPr/>
          <p:nvPr/>
        </p:nvSpPr>
        <p:spPr>
          <a:xfrm>
            <a:off x="1175655" y="1161143"/>
            <a:ext cx="9840690" cy="4535714"/>
          </a:xfrm>
          <a:prstGeom prst="rect">
            <a:avLst/>
          </a:prstGeom>
          <a:solidFill>
            <a:srgbClr val="7B75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2336800" y="4453297"/>
            <a:ext cx="7518400" cy="890757"/>
          </a:xfrm>
          <a:prstGeom prst="rect">
            <a:avLst/>
          </a:prstGeom>
          <a:noFill/>
        </p:spPr>
        <p:txBody>
          <a:bodyPr wrap="square" rtlCol="0">
            <a:spAutoFit/>
          </a:bodyPr>
          <a:lstStyle/>
          <a:p>
            <a:pPr algn="ctr">
              <a:lnSpc>
                <a:spcPct val="15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 mountains, walked through many waters, and knew many people. I walked through many mountains, walked through many waters, and knew many people. I walked through many mountains, walked through many waters, and knew many people. </a:t>
            </a:r>
            <a:endParaRPr lang="zh-CN" altLang="en-US" sz="900" dirty="0">
              <a:solidFill>
                <a:schemeClr val="bg1"/>
              </a:solidFill>
              <a:latin typeface=".黑体UI-简" pitchFamily="2" charset="-128"/>
              <a:ea typeface=".黑体UI-简" pitchFamily="2" charset="-128"/>
              <a:cs typeface=".黑体UI-简" pitchFamily="2" charset="-128"/>
            </a:endParaRPr>
          </a:p>
          <a:p>
            <a:pPr algn="ctr">
              <a:lnSpc>
                <a:spcPct val="150000"/>
              </a:lnSpc>
            </a:pPr>
            <a:endParaRPr lang="zh-CN" altLang="en-US" sz="900" dirty="0">
              <a:solidFill>
                <a:schemeClr val="bg1"/>
              </a:solidFill>
              <a:latin typeface=".黑体UI-简" pitchFamily="2" charset="-128"/>
              <a:ea typeface=".黑体UI-简" pitchFamily="2" charset="-128"/>
              <a:cs typeface=".黑体UI-简" pitchFamily="2" charset="-128"/>
            </a:endParaRPr>
          </a:p>
        </p:txBody>
      </p:sp>
      <p:grpSp>
        <p:nvGrpSpPr>
          <p:cNvPr id="36" name="Group 35"/>
          <p:cNvGrpSpPr/>
          <p:nvPr/>
        </p:nvGrpSpPr>
        <p:grpSpPr>
          <a:xfrm>
            <a:off x="5023449" y="3954918"/>
            <a:ext cx="2145102" cy="353940"/>
            <a:chOff x="5023448" y="5793224"/>
            <a:chExt cx="2145102" cy="353940"/>
          </a:xfrm>
        </p:grpSpPr>
        <p:sp>
          <p:nvSpPr>
            <p:cNvPr id="40" name="TextBox 39"/>
            <p:cNvSpPr txBox="1"/>
            <p:nvPr/>
          </p:nvSpPr>
          <p:spPr>
            <a:xfrm>
              <a:off x="5023448" y="5827660"/>
              <a:ext cx="2145102" cy="307777"/>
            </a:xfrm>
            <a:prstGeom prst="rect">
              <a:avLst/>
            </a:prstGeom>
            <a:noFill/>
          </p:spPr>
          <p:txBody>
            <a:bodyPr wrap="square" rtlCol="0">
              <a:spAutoFit/>
            </a:bodyPr>
            <a:lstStyle/>
            <a:p>
              <a:pPr algn="ctr"/>
              <a:r>
                <a:rPr lang="en-US" sz="1400" b="1" spc="300" dirty="0">
                  <a:solidFill>
                    <a:schemeClr val="bg1"/>
                  </a:solidFill>
                  <a:latin typeface="等线" panose="02010600030101010101" charset="-122"/>
                  <a:ea typeface="等线" panose="02010600030101010101" charset="-122"/>
                  <a:cs typeface="Montserrat" panose="00000500000000000000" pitchFamily="2" charset="0"/>
                </a:rPr>
                <a:t>OUR HISTORY</a:t>
              </a:r>
              <a:endParaRPr lang="en-US" sz="1400" b="1" spc="300" dirty="0">
                <a:solidFill>
                  <a:schemeClr val="bg1"/>
                </a:solidFill>
                <a:latin typeface="等线" panose="02010600030101010101" charset="-122"/>
                <a:ea typeface="等线" panose="02010600030101010101" charset="-122"/>
                <a:cs typeface="Montserrat" panose="00000500000000000000" pitchFamily="2" charset="0"/>
              </a:endParaRPr>
            </a:p>
          </p:txBody>
        </p:sp>
        <p:sp>
          <p:nvSpPr>
            <p:cNvPr id="41" name="Rectangle 40"/>
            <p:cNvSpPr/>
            <p:nvPr/>
          </p:nvSpPr>
          <p:spPr>
            <a:xfrm>
              <a:off x="5057956" y="5793224"/>
              <a:ext cx="2076088" cy="35394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latin typeface="等线" panose="02010600030101010101" charset="-122"/>
                <a:ea typeface="等线" panose="02010600030101010101" charset="-122"/>
              </a:endParaRPr>
            </a:p>
          </p:txBody>
        </p:sp>
      </p:grpSp>
      <p:grpSp>
        <p:nvGrpSpPr>
          <p:cNvPr id="37" name="Group 36"/>
          <p:cNvGrpSpPr/>
          <p:nvPr/>
        </p:nvGrpSpPr>
        <p:grpSpPr>
          <a:xfrm>
            <a:off x="2922237" y="1605371"/>
            <a:ext cx="6527800" cy="1413486"/>
            <a:chOff x="2922236" y="1271080"/>
            <a:chExt cx="6527800" cy="1413486"/>
          </a:xfrm>
        </p:grpSpPr>
        <p:sp>
          <p:nvSpPr>
            <p:cNvPr id="38" name="TextBox 37"/>
            <p:cNvSpPr txBox="1"/>
            <p:nvPr/>
          </p:nvSpPr>
          <p:spPr>
            <a:xfrm>
              <a:off x="2922236" y="1271080"/>
              <a:ext cx="6527800" cy="1014730"/>
            </a:xfrm>
            <a:prstGeom prst="rect">
              <a:avLst/>
            </a:prstGeom>
            <a:noFill/>
          </p:spPr>
          <p:txBody>
            <a:bodyPr wrap="square" rtlCol="0" anchor="ctr">
              <a:spAutoFit/>
            </a:bodyPr>
            <a:lstStyle/>
            <a:p>
              <a:r>
                <a:rPr lang="zh-CN" altLang="en-US" sz="6000" dirty="0">
                  <a:solidFill>
                    <a:schemeClr val="bg1"/>
                  </a:solidFill>
                  <a:latin typeface="等线" panose="02010600030101010101" charset="-122"/>
                  <a:ea typeface="等线" panose="02010600030101010101" charset="-122"/>
                  <a:cs typeface=".黑体UI-繁" pitchFamily="2" charset="-128"/>
                </a:rPr>
                <a:t>添加此处原有标题</a:t>
              </a:r>
              <a:endParaRPr lang="zh-CN" altLang="en-US" sz="6000" dirty="0">
                <a:solidFill>
                  <a:schemeClr val="bg1"/>
                </a:solidFill>
                <a:latin typeface="等线" panose="02010600030101010101" charset="-122"/>
                <a:ea typeface="等线" panose="02010600030101010101" charset="-122"/>
                <a:cs typeface=".黑体UI-繁" pitchFamily="2" charset="-128"/>
              </a:endParaRPr>
            </a:p>
          </p:txBody>
        </p:sp>
        <p:sp>
          <p:nvSpPr>
            <p:cNvPr id="39" name="TextBox 38"/>
            <p:cNvSpPr txBox="1"/>
            <p:nvPr/>
          </p:nvSpPr>
          <p:spPr>
            <a:xfrm>
              <a:off x="3647738" y="2253679"/>
              <a:ext cx="4896522" cy="430887"/>
            </a:xfrm>
            <a:prstGeom prst="rect">
              <a:avLst/>
            </a:prstGeom>
            <a:noFill/>
          </p:spPr>
          <p:txBody>
            <a:bodyPr wrap="square" rtlCol="0" anchor="ctr">
              <a:spAutoFit/>
            </a:bodyPr>
            <a:lstStyle/>
            <a:p>
              <a:pPr algn="ctr"/>
              <a:r>
                <a:rPr lang="en-US" sz="2200" b="1" spc="300" dirty="0">
                  <a:solidFill>
                    <a:schemeClr val="bg1"/>
                  </a:solidFill>
                  <a:latin typeface="等线" panose="02010600030101010101" charset="-122"/>
                  <a:ea typeface="等线" panose="02010600030101010101" charset="-122"/>
                  <a:cs typeface="Montserrat" panose="00000500000000000000" pitchFamily="2" charset="0"/>
                </a:rPr>
                <a:t>SERVICES</a:t>
              </a:r>
              <a:endParaRPr lang="en-US" sz="2200" b="1" spc="300" dirty="0">
                <a:solidFill>
                  <a:schemeClr val="bg1"/>
                </a:solidFill>
                <a:latin typeface="等线" panose="02010600030101010101" charset="-122"/>
                <a:ea typeface="等线" panose="02010600030101010101" charset="-122"/>
                <a:cs typeface="Montserrat" panose="00000500000000000000" pitchFamily="2" charset="0"/>
              </a:endParaRPr>
            </a:p>
          </p:txBody>
        </p:sp>
      </p:grpSp>
      <p:cxnSp>
        <p:nvCxnSpPr>
          <p:cNvPr id="42" name="Straight Connector 41"/>
          <p:cNvCxnSpPr/>
          <p:nvPr/>
        </p:nvCxnSpPr>
        <p:spPr>
          <a:xfrm flipH="1">
            <a:off x="2813132" y="2800256"/>
            <a:ext cx="225910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7073496" y="2803413"/>
            <a:ext cx="2376541"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p:cTn id="12" dur="500" fill="hold"/>
                                        <p:tgtEl>
                                          <p:spTgt spid="43"/>
                                        </p:tgtEl>
                                        <p:attrNameLst>
                                          <p:attrName>ppt_w</p:attrName>
                                        </p:attrNameLst>
                                      </p:cBhvr>
                                      <p:tavLst>
                                        <p:tav tm="0">
                                          <p:val>
                                            <p:fltVal val="0"/>
                                          </p:val>
                                        </p:tav>
                                        <p:tav tm="100000">
                                          <p:val>
                                            <p:strVal val="#ppt_w"/>
                                          </p:val>
                                        </p:tav>
                                      </p:tavLst>
                                    </p:anim>
                                    <p:anim calcmode="lin" valueType="num">
                                      <p:cBhvr>
                                        <p:cTn id="13" dur="500" fill="hold"/>
                                        <p:tgtEl>
                                          <p:spTgt spid="43"/>
                                        </p:tgtEl>
                                        <p:attrNameLst>
                                          <p:attrName>ppt_h</p:attrName>
                                        </p:attrNameLst>
                                      </p:cBhvr>
                                      <p:tavLst>
                                        <p:tav tm="0">
                                          <p:val>
                                            <p:fltVal val="0"/>
                                          </p:val>
                                        </p:tav>
                                        <p:tav tm="100000">
                                          <p:val>
                                            <p:strVal val="#ppt_h"/>
                                          </p:val>
                                        </p:tav>
                                      </p:tavLst>
                                    </p:anim>
                                    <p:animEffect transition="in" filter="fade">
                                      <p:cBhvr>
                                        <p:cTn id="1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3" name="矩形 2"/>
          <p:cNvSpPr/>
          <p:nvPr/>
        </p:nvSpPr>
        <p:spPr>
          <a:xfrm>
            <a:off x="0" y="2597727"/>
            <a:ext cx="3636818" cy="4260273"/>
          </a:xfrm>
          <a:prstGeom prst="rect">
            <a:avLst/>
          </a:prstGeom>
          <a:solidFill>
            <a:srgbClr val="CE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997527" y="685800"/>
            <a:ext cx="4010891" cy="5465618"/>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709807" y="2003459"/>
            <a:ext cx="4650622" cy="1188536"/>
            <a:chOff x="758286" y="705173"/>
            <a:chExt cx="4650622" cy="1188536"/>
          </a:xfrm>
        </p:grpSpPr>
        <p:sp>
          <p:nvSpPr>
            <p:cNvPr id="6" name="文本框 5"/>
            <p:cNvSpPr txBox="1"/>
            <p:nvPr/>
          </p:nvSpPr>
          <p:spPr>
            <a:xfrm>
              <a:off x="758286" y="705173"/>
              <a:ext cx="4154677" cy="646331"/>
            </a:xfrm>
            <a:prstGeom prst="rect">
              <a:avLst/>
            </a:prstGeom>
            <a:noFill/>
          </p:spPr>
          <p:txBody>
            <a:bodyPr wrap="square" rtlCol="0">
              <a:spAutoFit/>
            </a:bodyPr>
            <a:lstStyle/>
            <a:p>
              <a:r>
                <a:rPr lang="zh-CN" altLang="en-US" sz="3600" dirty="0">
                  <a:solidFill>
                    <a:schemeClr val="bg1"/>
                  </a:solidFill>
                  <a:latin typeface=".黑体UI-繁" pitchFamily="2" charset="-128"/>
                  <a:ea typeface=".黑体UI-繁" pitchFamily="2" charset="-128"/>
                  <a:cs typeface=".黑体UI-繁" pitchFamily="2" charset="-128"/>
                </a:rPr>
                <a:t>添加此处原有标题</a:t>
              </a:r>
              <a:endParaRPr lang="zh-CN" altLang="en-US" sz="3600" dirty="0">
                <a:solidFill>
                  <a:schemeClr val="bg1"/>
                </a:solidFill>
                <a:latin typeface=".黑体UI-繁" pitchFamily="2" charset="-128"/>
                <a:ea typeface=".黑体UI-繁" pitchFamily="2" charset="-128"/>
                <a:cs typeface=".黑体UI-繁" pitchFamily="2" charset="-128"/>
              </a:endParaRPr>
            </a:p>
          </p:txBody>
        </p:sp>
        <p:sp>
          <p:nvSpPr>
            <p:cNvPr id="7" name="文本框 6"/>
            <p:cNvSpPr txBox="1"/>
            <p:nvPr/>
          </p:nvSpPr>
          <p:spPr>
            <a:xfrm>
              <a:off x="789282" y="1429736"/>
              <a:ext cx="4619626" cy="463973"/>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a:t>
              </a:r>
              <a:endParaRPr lang="zh-CN" altLang="en-US" sz="1000" dirty="0">
                <a:solidFill>
                  <a:schemeClr val="bg1"/>
                </a:solidFill>
                <a:latin typeface=".黑体UI-简" pitchFamily="2" charset="-128"/>
                <a:ea typeface=".黑体UI-简" pitchFamily="2" charset="-128"/>
                <a:cs typeface=".黑体UI-简" pitchFamily="2" charset="-128"/>
              </a:endParaRPr>
            </a:p>
          </p:txBody>
        </p:sp>
      </p:grpSp>
      <p:sp>
        <p:nvSpPr>
          <p:cNvPr id="8" name="Google Shape;261;p43"/>
          <p:cNvSpPr txBox="1"/>
          <p:nvPr/>
        </p:nvSpPr>
        <p:spPr>
          <a:xfrm>
            <a:off x="5709807" y="4208212"/>
            <a:ext cx="4410938" cy="1673044"/>
          </a:xfrm>
          <a:prstGeom prst="rect">
            <a:avLst/>
          </a:prstGeom>
          <a:noFill/>
          <a:ln>
            <a:noFill/>
          </a:ln>
        </p:spPr>
        <p:txBody>
          <a:bodyPr spcFirstLastPara="1" wrap="square" lIns="91433" tIns="45700" rIns="91433" bIns="45700" anchor="t" anchorCtr="0">
            <a:noAutofit/>
          </a:bodyPr>
          <a:lstStyle/>
          <a:p>
            <a:pPr marL="0" marR="0" lvl="0" indent="0" algn="l" rtl="0">
              <a:lnSpc>
                <a:spcPct val="150000"/>
              </a:lnSpc>
              <a:spcBef>
                <a:spcPts val="0"/>
              </a:spcBef>
              <a:spcAft>
                <a:spcPts val="0"/>
              </a:spcAft>
              <a:buNone/>
            </a:pPr>
            <a:r>
              <a:rPr lang="zh-CN" altLang="en-US" sz="800" dirty="0">
                <a:solidFill>
                  <a:schemeClr val="bg1"/>
                </a:solidFill>
                <a:latin typeface="+mj-lt"/>
                <a:ea typeface="思源黑体 CN Light" panose="020B0300000000000000" charset="-122"/>
                <a:cs typeface="+mj-lt"/>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800" dirty="0">
              <a:solidFill>
                <a:schemeClr val="bg1"/>
              </a:solidFill>
              <a:latin typeface="+mj-lt"/>
              <a:ea typeface="思源黑体 CN Light" panose="020B0300000000000000" charset="-122"/>
              <a:cs typeface="+mj-lt"/>
            </a:endParaRPr>
          </a:p>
          <a:p>
            <a:pPr marL="0" marR="0" lvl="0" indent="0" algn="l" rtl="0">
              <a:lnSpc>
                <a:spcPct val="150000"/>
              </a:lnSpc>
              <a:spcBef>
                <a:spcPts val="0"/>
              </a:spcBef>
              <a:spcAft>
                <a:spcPts val="0"/>
              </a:spcAft>
              <a:buNone/>
            </a:pPr>
            <a:endParaRPr sz="800" dirty="0">
              <a:solidFill>
                <a:schemeClr val="bg1"/>
              </a:solidFill>
              <a:latin typeface="+mj-lt"/>
              <a:ea typeface="Montserrat" panose="00000500000000000000"/>
              <a:cs typeface="+mj-lt"/>
              <a:sym typeface="Montserrat" panose="00000500000000000000"/>
            </a:endParaRPr>
          </a:p>
          <a:p>
            <a:pPr marL="0" marR="0" lvl="0" indent="0" algn="l" rtl="0">
              <a:lnSpc>
                <a:spcPct val="150000"/>
              </a:lnSpc>
              <a:spcBef>
                <a:spcPts val="0"/>
              </a:spcBef>
              <a:spcAft>
                <a:spcPts val="0"/>
              </a:spcAft>
              <a:buNone/>
            </a:pPr>
            <a:r>
              <a:rPr lang="zh-CN" altLang="en-US" sz="800" dirty="0">
                <a:solidFill>
                  <a:schemeClr val="bg1"/>
                </a:solidFill>
                <a:latin typeface="+mj-lt"/>
                <a:ea typeface="思源黑体 CN Light" panose="020B0300000000000000" charset="-122"/>
                <a:cs typeface="+mj-lt"/>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800" dirty="0">
              <a:solidFill>
                <a:schemeClr val="bg1"/>
              </a:solidFill>
              <a:latin typeface="+mj-lt"/>
              <a:ea typeface="思源黑体 CN Light" panose="020B0300000000000000" charset="-122"/>
              <a:cs typeface="+mj-lt"/>
            </a:endParaRPr>
          </a:p>
          <a:p>
            <a:pPr marL="0" marR="0" lvl="0" indent="0" algn="l" rtl="0">
              <a:lnSpc>
                <a:spcPct val="150000"/>
              </a:lnSpc>
              <a:spcBef>
                <a:spcPts val="0"/>
              </a:spcBef>
              <a:spcAft>
                <a:spcPts val="0"/>
              </a:spcAft>
              <a:buNone/>
            </a:pPr>
            <a:endParaRPr sz="800" dirty="0">
              <a:solidFill>
                <a:schemeClr val="bg1"/>
              </a:solidFill>
              <a:latin typeface="+mj-lt"/>
              <a:ea typeface="Montserrat" panose="00000500000000000000"/>
              <a:cs typeface="+mj-lt"/>
              <a:sym typeface="Montserrat" panose="00000500000000000000"/>
            </a:endParaRPr>
          </a:p>
          <a:p>
            <a:pPr marL="0" marR="0" lvl="0" indent="0" algn="l" rtl="0">
              <a:lnSpc>
                <a:spcPct val="150000"/>
              </a:lnSpc>
              <a:spcBef>
                <a:spcPts val="0"/>
              </a:spcBef>
              <a:spcAft>
                <a:spcPts val="0"/>
              </a:spcAft>
              <a:buNone/>
            </a:pPr>
            <a:endParaRPr sz="800" dirty="0">
              <a:solidFill>
                <a:schemeClr val="bg1"/>
              </a:solidFill>
              <a:latin typeface="+mj-lt"/>
              <a:ea typeface="Montserrat" panose="00000500000000000000"/>
              <a:cs typeface="+mj-lt"/>
              <a:sym typeface="Montserrat" panose="00000500000000000000"/>
            </a:endParaRPr>
          </a:p>
        </p:txBody>
      </p:sp>
      <p:sp>
        <p:nvSpPr>
          <p:cNvPr id="9" name="矩形 8"/>
          <p:cNvSpPr/>
          <p:nvPr/>
        </p:nvSpPr>
        <p:spPr>
          <a:xfrm>
            <a:off x="4833257" y="0"/>
            <a:ext cx="7348854" cy="6858000"/>
          </a:xfrm>
          <a:prstGeom prst="rect">
            <a:avLst/>
          </a:prstGeom>
          <a:blipFill dpi="0" rotWithShape="1">
            <a:blip r:embed="rId2" cstate="screen">
              <a:alphaModFix amt="4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4" name="矩形 3"/>
          <p:cNvSpPr/>
          <p:nvPr/>
        </p:nvSpPr>
        <p:spPr>
          <a:xfrm>
            <a:off x="6096000" y="3429000"/>
            <a:ext cx="6096000" cy="3429000"/>
          </a:xfrm>
          <a:prstGeom prst="rect">
            <a:avLst/>
          </a:prstGeom>
          <a:solidFill>
            <a:srgbClr val="CE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085602" y="893619"/>
            <a:ext cx="7219708" cy="4862946"/>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658090" y="893619"/>
            <a:ext cx="2978728" cy="1336007"/>
          </a:xfrm>
          <a:prstGeom prst="rect">
            <a:avLst/>
          </a:prstGeom>
          <a:noFill/>
          <a:ln w="9525">
            <a:noFill/>
          </a:ln>
        </p:spPr>
        <p:txBody>
          <a:bodyPr wrap="square">
            <a:spAutoFit/>
          </a:bodyPr>
          <a:lstStyle/>
          <a:p>
            <a:pPr indent="0">
              <a:lnSpc>
                <a:spcPct val="150000"/>
              </a:lnSpc>
            </a:pPr>
            <a:r>
              <a:rPr lang="en-US" sz="1100" b="0" dirty="0">
                <a:solidFill>
                  <a:schemeClr val="bg1"/>
                </a:solidFill>
                <a:latin typeface="Calibri" panose="020F0502020204030204" pitchFamily="34" charset="0"/>
                <a:ea typeface="宋体" panose="02010600030101010101" pitchFamily="2" charset="-122"/>
                <a:cs typeface="Times New Roman" panose="02020603050405020304" charset="0"/>
              </a:rPr>
              <a:t>I WALKED THROUGH MANY MOUNTAINS, WALKED THROUGH MANY WATERS, AND KNEW MANY PEOPLE. THE ONLY THING THAT REALLY MAKES ME TEMPTED IS THAT YOU SEE ME AT THE MOMENT</a:t>
            </a:r>
            <a:endParaRPr lang="zh-CN" altLang="en-US" sz="2000" dirty="0">
              <a:solidFill>
                <a:schemeClr val="bg1"/>
              </a:solidFill>
            </a:endParaRPr>
          </a:p>
        </p:txBody>
      </p:sp>
      <p:sp>
        <p:nvSpPr>
          <p:cNvPr id="7" name="Subtitle 6"/>
          <p:cNvSpPr txBox="1"/>
          <p:nvPr/>
        </p:nvSpPr>
        <p:spPr>
          <a:xfrm>
            <a:off x="658090" y="2636386"/>
            <a:ext cx="3427512" cy="1585228"/>
          </a:xfrm>
          <a:prstGeom prst="rect">
            <a:avLst/>
          </a:prstGeom>
        </p:spPr>
        <p:txBody>
          <a:bodyPr vert="horz" lIns="91440" tIns="45720" rIns="91440" bIns="45720" rtlCol="0" anchor="ctr">
            <a:normAutofit lnSpcReduction="10000"/>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10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 mountains, walked through many waters, and knew many people. I walked through many mountains, walked through many waters, and knew many people. I walked through many mountains</a:t>
            </a:r>
            <a:r>
              <a:rPr lang="zh-CN" altLang="en-US" sz="800" dirty="0">
                <a:solidFill>
                  <a:schemeClr val="bg1"/>
                </a:solidFill>
                <a:latin typeface=".黑体UI-简" pitchFamily="2" charset="-128"/>
                <a:ea typeface=".黑体UI-简" pitchFamily="2" charset="-128"/>
                <a:cs typeface=".黑体UI-简" pitchFamily="2" charset="-128"/>
              </a:rPr>
              <a:t>, walked through many waters, and knew many people. </a:t>
            </a:r>
            <a:endParaRPr lang="zh-CN" altLang="en-US" sz="800" dirty="0">
              <a:solidFill>
                <a:schemeClr val="bg1"/>
              </a:solidFill>
              <a:latin typeface=".黑体UI-简" pitchFamily="2" charset="-128"/>
              <a:ea typeface=".黑体UI-简" pitchFamily="2" charset="-128"/>
              <a:cs typeface=".黑体UI-简" pitchFamily="2" charset="-128"/>
            </a:endParaRPr>
          </a:p>
          <a:p>
            <a:pPr algn="l">
              <a:lnSpc>
                <a:spcPct val="150000"/>
              </a:lnSpc>
            </a:pPr>
            <a:endParaRPr lang="zh-CN" altLang="en-US" sz="1800" dirty="0">
              <a:solidFill>
                <a:schemeClr val="bg1"/>
              </a:solidFill>
              <a:latin typeface=".黑体UI-简" pitchFamily="2" charset="-128"/>
              <a:ea typeface=".黑体UI-简" pitchFamily="2" charset="-128"/>
              <a:cs typeface=".黑体UI-简" pitchFamily="2" charset="-128"/>
            </a:endParaRPr>
          </a:p>
        </p:txBody>
      </p:sp>
      <p:grpSp>
        <p:nvGrpSpPr>
          <p:cNvPr id="10" name="组合 9"/>
          <p:cNvGrpSpPr/>
          <p:nvPr/>
        </p:nvGrpSpPr>
        <p:grpSpPr>
          <a:xfrm>
            <a:off x="658090" y="4160088"/>
            <a:ext cx="3427512" cy="936572"/>
            <a:chOff x="658090" y="4160088"/>
            <a:chExt cx="3427512" cy="936572"/>
          </a:xfrm>
        </p:grpSpPr>
        <p:sp>
          <p:nvSpPr>
            <p:cNvPr id="8" name="Subtitle 6"/>
            <p:cNvSpPr txBox="1"/>
            <p:nvPr/>
          </p:nvSpPr>
          <p:spPr>
            <a:xfrm>
              <a:off x="1326703" y="4160088"/>
              <a:ext cx="2758899" cy="936572"/>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a:t>
              </a:r>
              <a:endParaRPr lang="zh-CN" altLang="en-US" sz="1600" dirty="0">
                <a:solidFill>
                  <a:schemeClr val="bg1"/>
                </a:solidFill>
                <a:latin typeface=".黑体UI-简" pitchFamily="2" charset="-128"/>
                <a:ea typeface=".黑体UI-简" pitchFamily="2" charset="-128"/>
                <a:cs typeface=".黑体UI-简" pitchFamily="2" charset="-128"/>
              </a:endParaRPr>
            </a:p>
          </p:txBody>
        </p:sp>
        <p:sp>
          <p:nvSpPr>
            <p:cNvPr id="9" name="文本框 8"/>
            <p:cNvSpPr txBox="1"/>
            <p:nvPr/>
          </p:nvSpPr>
          <p:spPr>
            <a:xfrm>
              <a:off x="658090" y="4335971"/>
              <a:ext cx="668613" cy="584775"/>
            </a:xfrm>
            <a:prstGeom prst="rect">
              <a:avLst/>
            </a:prstGeom>
            <a:noFill/>
          </p:spPr>
          <p:txBody>
            <a:bodyPr wrap="square" rtlCol="0">
              <a:spAutoFit/>
            </a:bodyPr>
            <a:lstStyle/>
            <a:p>
              <a:r>
                <a:rPr lang="en-US" altLang="zh-CN" sz="3200" b="1" dirty="0">
                  <a:solidFill>
                    <a:schemeClr val="bg1"/>
                  </a:solidFill>
                </a:rPr>
                <a:t>5k</a:t>
              </a:r>
              <a:endParaRPr lang="zh-CN" altLang="en-US" sz="3200" b="1" dirty="0">
                <a:solidFill>
                  <a:schemeClr val="bg1"/>
                </a:solidFill>
              </a:endParaRPr>
            </a:p>
          </p:txBody>
        </p:sp>
      </p:grpSp>
      <p:grpSp>
        <p:nvGrpSpPr>
          <p:cNvPr id="11" name="组合 10"/>
          <p:cNvGrpSpPr/>
          <p:nvPr/>
        </p:nvGrpSpPr>
        <p:grpSpPr>
          <a:xfrm>
            <a:off x="586754" y="5211017"/>
            <a:ext cx="3427512" cy="936572"/>
            <a:chOff x="658090" y="4160088"/>
            <a:chExt cx="3427512" cy="936572"/>
          </a:xfrm>
        </p:grpSpPr>
        <p:sp>
          <p:nvSpPr>
            <p:cNvPr id="12" name="Subtitle 6"/>
            <p:cNvSpPr txBox="1"/>
            <p:nvPr/>
          </p:nvSpPr>
          <p:spPr>
            <a:xfrm>
              <a:off x="1326703" y="4160088"/>
              <a:ext cx="2758899" cy="936572"/>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pitchFamily="50" charset="0"/>
                  <a:ea typeface="Montserrat Light" pitchFamily="50" charset="0"/>
                  <a:cs typeface="Montserrat Light" pitchFamily="50"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pitchFamily="50" charset="0"/>
                  <a:ea typeface="Montserrat Light" pitchFamily="50" charset="0"/>
                  <a:cs typeface="Montserrat Light" pitchFamily="50"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pitchFamily="50" charset="0"/>
                  <a:ea typeface="Montserrat Light" pitchFamily="50" charset="0"/>
                  <a:cs typeface="Montserrat Light" pitchFamily="50"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pitchFamily="50" charset="0"/>
                  <a:ea typeface="Montserrat Light" pitchFamily="50" charset="0"/>
                  <a:cs typeface="Montserrat Light" pitchFamily="50"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ct val="15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a:t>
              </a:r>
              <a:endParaRPr lang="zh-CN" altLang="en-US" sz="1600" dirty="0">
                <a:solidFill>
                  <a:schemeClr val="bg1"/>
                </a:solidFill>
                <a:latin typeface=".黑体UI-简" pitchFamily="2" charset="-128"/>
                <a:ea typeface=".黑体UI-简" pitchFamily="2" charset="-128"/>
                <a:cs typeface=".黑体UI-简" pitchFamily="2" charset="-128"/>
              </a:endParaRPr>
            </a:p>
          </p:txBody>
        </p:sp>
        <p:sp>
          <p:nvSpPr>
            <p:cNvPr id="13" name="文本框 12"/>
            <p:cNvSpPr txBox="1"/>
            <p:nvPr/>
          </p:nvSpPr>
          <p:spPr>
            <a:xfrm>
              <a:off x="658090" y="4335971"/>
              <a:ext cx="668613" cy="584775"/>
            </a:xfrm>
            <a:prstGeom prst="rect">
              <a:avLst/>
            </a:prstGeom>
            <a:noFill/>
          </p:spPr>
          <p:txBody>
            <a:bodyPr wrap="square" rtlCol="0">
              <a:spAutoFit/>
            </a:bodyPr>
            <a:lstStyle/>
            <a:p>
              <a:r>
                <a:rPr lang="en-US" altLang="zh-CN" sz="3200" b="1" dirty="0">
                  <a:solidFill>
                    <a:schemeClr val="bg1"/>
                  </a:solidFill>
                </a:rPr>
                <a:t>8k</a:t>
              </a:r>
              <a:endParaRPr lang="zh-CN" altLang="en-US" sz="3200" b="1" dirty="0">
                <a:solidFill>
                  <a:schemeClr val="bg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grpSp>
        <p:nvGrpSpPr>
          <p:cNvPr id="15" name="组合 14"/>
          <p:cNvGrpSpPr/>
          <p:nvPr/>
        </p:nvGrpSpPr>
        <p:grpSpPr>
          <a:xfrm>
            <a:off x="838200" y="496540"/>
            <a:ext cx="10515600" cy="1369235"/>
            <a:chOff x="838200" y="294237"/>
            <a:chExt cx="10515600" cy="1369235"/>
          </a:xfrm>
        </p:grpSpPr>
        <p:grpSp>
          <p:nvGrpSpPr>
            <p:cNvPr id="14" name="组合 13"/>
            <p:cNvGrpSpPr/>
            <p:nvPr/>
          </p:nvGrpSpPr>
          <p:grpSpPr>
            <a:xfrm>
              <a:off x="838200" y="294237"/>
              <a:ext cx="10515600" cy="1334370"/>
              <a:chOff x="838200" y="294237"/>
              <a:chExt cx="10515600" cy="1334370"/>
            </a:xfrm>
          </p:grpSpPr>
          <p:sp>
            <p:nvSpPr>
              <p:cNvPr id="46" name="Title 2"/>
              <p:cNvSpPr txBox="1"/>
              <p:nvPr/>
            </p:nvSpPr>
            <p:spPr>
              <a:xfrm>
                <a:off x="838200" y="294237"/>
                <a:ext cx="10515600" cy="499456"/>
              </a:xfrm>
              <a:prstGeom prst="rect">
                <a:avLst/>
              </a:prstGeom>
            </p:spPr>
            <p:txBody>
              <a:bodyPr/>
              <a:lstStyle>
                <a:lvl1pPr algn="ctr" defTabSz="914400" rtl="0" eaLnBrk="1" latinLnBrk="0" hangingPunct="1">
                  <a:lnSpc>
                    <a:spcPct val="90000"/>
                  </a:lnSpc>
                  <a:spcBef>
                    <a:spcPct val="0"/>
                  </a:spcBef>
                  <a:buNone/>
                  <a:defRPr sz="2500" b="1" kern="1200">
                    <a:solidFill>
                      <a:schemeClr val="tx1"/>
                    </a:solidFill>
                    <a:latin typeface="+mn-lt"/>
                    <a:ea typeface="+mj-ea"/>
                    <a:cs typeface="+mj-cs"/>
                  </a:defRPr>
                </a:lvl1pPr>
              </a:lstStyle>
              <a:p>
                <a:r>
                  <a:rPr lang="zh-CN" altLang="en-US" sz="2800" dirty="0">
                    <a:solidFill>
                      <a:schemeClr val="bg1"/>
                    </a:solidFill>
                    <a:latin typeface=".黑体UI-繁" pitchFamily="2" charset="-128"/>
                    <a:ea typeface=".黑体UI-繁" pitchFamily="2" charset="-128"/>
                    <a:cs typeface=".黑体UI-繁" pitchFamily="2" charset="-128"/>
                  </a:rPr>
                  <a:t>添加此处原有标题</a:t>
                </a:r>
                <a:endParaRPr lang="zh-CN" altLang="en-US" sz="2800" dirty="0">
                  <a:solidFill>
                    <a:schemeClr val="bg1"/>
                  </a:solidFill>
                  <a:latin typeface=".黑体UI-繁" pitchFamily="2" charset="-128"/>
                  <a:ea typeface=".黑体UI-繁" pitchFamily="2" charset="-128"/>
                  <a:cs typeface=".黑体UI-繁" pitchFamily="2" charset="-128"/>
                </a:endParaRPr>
              </a:p>
            </p:txBody>
          </p:sp>
          <p:sp>
            <p:nvSpPr>
              <p:cNvPr id="47" name="TextBox 46"/>
              <p:cNvSpPr txBox="1"/>
              <p:nvPr/>
            </p:nvSpPr>
            <p:spPr>
              <a:xfrm>
                <a:off x="1724025" y="737850"/>
                <a:ext cx="8743950" cy="890757"/>
              </a:xfrm>
              <a:prstGeom prst="rect">
                <a:avLst/>
              </a:prstGeom>
              <a:noFill/>
            </p:spPr>
            <p:txBody>
              <a:bodyPr wrap="square" numCol="1" spcCol="0" rtlCol="0" anchor="ctr">
                <a:spAutoFit/>
              </a:bodyPr>
              <a:lstStyle/>
              <a:p>
                <a:pPr algn="ctr">
                  <a:lnSpc>
                    <a:spcPct val="150000"/>
                  </a:lnSpc>
                </a:pPr>
                <a:r>
                  <a:rPr lang="zh-CN" altLang="en-US" sz="9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 mountains, walked through many waters, and knew many people. I walked through many mountains, walked through many waters, and knew many people. I walked through many mountains, walked through many waters, and knew many people. </a:t>
                </a:r>
                <a:endParaRPr lang="zh-CN" altLang="en-US" sz="900" dirty="0">
                  <a:solidFill>
                    <a:schemeClr val="bg1"/>
                  </a:solidFill>
                  <a:latin typeface=".黑体UI-简" pitchFamily="2" charset="-128"/>
                  <a:ea typeface=".黑体UI-简" pitchFamily="2" charset="-128"/>
                  <a:cs typeface=".黑体UI-简" pitchFamily="2" charset="-128"/>
                </a:endParaRPr>
              </a:p>
              <a:p>
                <a:pPr algn="ctr">
                  <a:lnSpc>
                    <a:spcPct val="150000"/>
                  </a:lnSpc>
                </a:pPr>
                <a:endParaRPr lang="zh-CN" altLang="en-US" sz="900" dirty="0">
                  <a:solidFill>
                    <a:schemeClr val="bg1"/>
                  </a:solidFill>
                  <a:latin typeface=".黑体UI-简" pitchFamily="2" charset="-128"/>
                  <a:ea typeface=".黑体UI-简" pitchFamily="2" charset="-128"/>
                  <a:cs typeface=".黑体UI-简" pitchFamily="2" charset="-128"/>
                </a:endParaRPr>
              </a:p>
            </p:txBody>
          </p:sp>
        </p:grpSp>
        <p:sp>
          <p:nvSpPr>
            <p:cNvPr id="48" name="Rectangle 47"/>
            <p:cNvSpPr/>
            <p:nvPr/>
          </p:nvSpPr>
          <p:spPr>
            <a:xfrm>
              <a:off x="5821680" y="1608608"/>
              <a:ext cx="548640" cy="54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p:cNvSpPr/>
          <p:nvPr/>
        </p:nvSpPr>
        <p:spPr bwMode="auto">
          <a:xfrm>
            <a:off x="128463" y="5453374"/>
            <a:ext cx="12196768" cy="768912"/>
          </a:xfrm>
          <a:prstGeom prst="rect">
            <a:avLst/>
          </a:prstGeom>
          <a:solidFill>
            <a:srgbClr val="CEC3CE"/>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等线" panose="02010600030101010101" charset="-122"/>
              <a:ea typeface="等线" panose="02010600030101010101" charset="-122"/>
              <a:cs typeface="等线" panose="02010600030101010101" charset="-122"/>
              <a:sym typeface="等线" panose="02010600030101010101" charset="-122"/>
            </a:endParaRPr>
          </a:p>
        </p:txBody>
      </p:sp>
      <p:grpSp>
        <p:nvGrpSpPr>
          <p:cNvPr id="13" name="Group 12"/>
          <p:cNvGrpSpPr/>
          <p:nvPr/>
        </p:nvGrpSpPr>
        <p:grpSpPr>
          <a:xfrm>
            <a:off x="1075481" y="2354290"/>
            <a:ext cx="10036271" cy="2790825"/>
            <a:chOff x="1057561" y="2033587"/>
            <a:chExt cx="10036271" cy="2790825"/>
          </a:xfrm>
        </p:grpSpPr>
        <p:grpSp>
          <p:nvGrpSpPr>
            <p:cNvPr id="7" name="Group 6"/>
            <p:cNvGrpSpPr/>
            <p:nvPr/>
          </p:nvGrpSpPr>
          <p:grpSpPr>
            <a:xfrm>
              <a:off x="1057561" y="2033587"/>
              <a:ext cx="2309222" cy="2790825"/>
              <a:chOff x="1057561" y="2033587"/>
              <a:chExt cx="2309222" cy="2790825"/>
            </a:xfrm>
          </p:grpSpPr>
          <p:sp>
            <p:nvSpPr>
              <p:cNvPr id="6" name="Rectangle 5"/>
              <p:cNvSpPr/>
              <p:nvPr/>
            </p:nvSpPr>
            <p:spPr>
              <a:xfrm>
                <a:off x="1057561" y="2033587"/>
                <a:ext cx="2309222" cy="2790825"/>
              </a:xfrm>
              <a:prstGeom prst="rect">
                <a:avLst/>
              </a:prstGeom>
              <a:solidFill>
                <a:srgbClr val="C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1553974" y="2648234"/>
                <a:ext cx="1316396" cy="1561530"/>
                <a:chOff x="2569730" y="2329407"/>
                <a:chExt cx="1316396" cy="1561530"/>
              </a:xfrm>
            </p:grpSpPr>
            <p:sp>
              <p:nvSpPr>
                <p:cNvPr id="31" name="Rectangle 7"/>
                <p:cNvSpPr/>
                <p:nvPr/>
              </p:nvSpPr>
              <p:spPr bwMode="auto">
                <a:xfrm>
                  <a:off x="2569730" y="3411796"/>
                  <a:ext cx="1316396" cy="479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nSpc>
                      <a:spcPct val="120000"/>
                    </a:lnSpc>
                  </a:pPr>
                  <a:r>
                    <a:rPr lang="zh-CN" altLang="en-US" sz="8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a:t>
                  </a:r>
                  <a:endParaRPr lang="en-US" sz="800" dirty="0">
                    <a:latin typeface="等线" panose="02010600030101010101" charset="-122"/>
                    <a:ea typeface="等线" panose="02010600030101010101" charset="-122"/>
                    <a:cs typeface="等线" panose="02010600030101010101" charset="-122"/>
                    <a:sym typeface="等线" panose="02010600030101010101" charset="-122"/>
                  </a:endParaRPr>
                </a:p>
              </p:txBody>
            </p:sp>
            <p:grpSp>
              <p:nvGrpSpPr>
                <p:cNvPr id="51" name="Group 50"/>
                <p:cNvGrpSpPr/>
                <p:nvPr/>
              </p:nvGrpSpPr>
              <p:grpSpPr>
                <a:xfrm>
                  <a:off x="2569730" y="2329407"/>
                  <a:ext cx="552450" cy="553418"/>
                  <a:chOff x="1494508" y="3074331"/>
                  <a:chExt cx="607695" cy="607695"/>
                </a:xfrm>
              </p:grpSpPr>
              <p:sp>
                <p:nvSpPr>
                  <p:cNvPr id="52" name="Oval 17"/>
                  <p:cNvSpPr/>
                  <p:nvPr/>
                </p:nvSpPr>
                <p:spPr bwMode="auto">
                  <a:xfrm>
                    <a:off x="1494508" y="3074331"/>
                    <a:ext cx="607695" cy="607695"/>
                  </a:xfrm>
                  <a:prstGeom prst="ellipse">
                    <a:avLst/>
                  </a:prstGeom>
                  <a:solidFill>
                    <a:srgbClr val="FFFFFF"/>
                  </a:solidFill>
                  <a:ln w="9525" cap="flat">
                    <a:solidFill>
                      <a:schemeClr val="accent2"/>
                    </a:solidFill>
                    <a:miter lim="800000"/>
                    <a:headEnd type="none" w="med" len="med"/>
                    <a:tailEnd type="none" w="med" len="med"/>
                  </a:ln>
                </p:spPr>
                <p:txBody>
                  <a:bodyPr lIns="0" tIns="0" rIns="0" bIns="0"/>
                  <a:lstStyle/>
                  <a:p>
                    <a:endParaRPr lang="en-US"/>
                  </a:p>
                </p:txBody>
              </p:sp>
              <p:sp>
                <p:nvSpPr>
                  <p:cNvPr id="53" name="Freeform 6"/>
                  <p:cNvSpPr>
                    <a:spLocks noEditPoints="1"/>
                  </p:cNvSpPr>
                  <p:nvPr/>
                </p:nvSpPr>
                <p:spPr bwMode="auto">
                  <a:xfrm>
                    <a:off x="1666875" y="3187700"/>
                    <a:ext cx="274638" cy="412750"/>
                  </a:xfrm>
                  <a:custGeom>
                    <a:avLst/>
                    <a:gdLst>
                      <a:gd name="T0" fmla="*/ 20 w 40"/>
                      <a:gd name="T1" fmla="*/ 2 h 60"/>
                      <a:gd name="T2" fmla="*/ 38 w 40"/>
                      <a:gd name="T3" fmla="*/ 20 h 60"/>
                      <a:gd name="T4" fmla="*/ 35 w 40"/>
                      <a:gd name="T5" fmla="*/ 29 h 60"/>
                      <a:gd name="T6" fmla="*/ 20 w 40"/>
                      <a:gd name="T7" fmla="*/ 56 h 60"/>
                      <a:gd name="T8" fmla="*/ 4 w 40"/>
                      <a:gd name="T9" fmla="*/ 29 h 60"/>
                      <a:gd name="T10" fmla="*/ 2 w 40"/>
                      <a:gd name="T11" fmla="*/ 20 h 60"/>
                      <a:gd name="T12" fmla="*/ 20 w 40"/>
                      <a:gd name="T13" fmla="*/ 2 h 60"/>
                      <a:gd name="T14" fmla="*/ 20 w 40"/>
                      <a:gd name="T15" fmla="*/ 26 h 60"/>
                      <a:gd name="T16" fmla="*/ 26 w 40"/>
                      <a:gd name="T17" fmla="*/ 20 h 60"/>
                      <a:gd name="T18" fmla="*/ 20 w 40"/>
                      <a:gd name="T19" fmla="*/ 14 h 60"/>
                      <a:gd name="T20" fmla="*/ 14 w 40"/>
                      <a:gd name="T21" fmla="*/ 20 h 60"/>
                      <a:gd name="T22" fmla="*/ 20 w 40"/>
                      <a:gd name="T23" fmla="*/ 26 h 60"/>
                      <a:gd name="T24" fmla="*/ 20 w 40"/>
                      <a:gd name="T25" fmla="*/ 0 h 60"/>
                      <a:gd name="T26" fmla="*/ 0 w 40"/>
                      <a:gd name="T27" fmla="*/ 20 h 60"/>
                      <a:gd name="T28" fmla="*/ 2 w 40"/>
                      <a:gd name="T29" fmla="*/ 30 h 60"/>
                      <a:gd name="T30" fmla="*/ 20 w 40"/>
                      <a:gd name="T31" fmla="*/ 60 h 60"/>
                      <a:gd name="T32" fmla="*/ 37 w 40"/>
                      <a:gd name="T33" fmla="*/ 30 h 60"/>
                      <a:gd name="T34" fmla="*/ 40 w 40"/>
                      <a:gd name="T35" fmla="*/ 20 h 60"/>
                      <a:gd name="T36" fmla="*/ 20 w 40"/>
                      <a:gd name="T37" fmla="*/ 0 h 60"/>
                      <a:gd name="T38" fmla="*/ 20 w 40"/>
                      <a:gd name="T39" fmla="*/ 24 h 60"/>
                      <a:gd name="T40" fmla="*/ 16 w 40"/>
                      <a:gd name="T41" fmla="*/ 20 h 60"/>
                      <a:gd name="T42" fmla="*/ 20 w 40"/>
                      <a:gd name="T43" fmla="*/ 16 h 60"/>
                      <a:gd name="T44" fmla="*/ 24 w 40"/>
                      <a:gd name="T45" fmla="*/ 20 h 60"/>
                      <a:gd name="T46" fmla="*/ 20 w 40"/>
                      <a:gd name="T47" fmla="*/ 2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0" h="60">
                        <a:moveTo>
                          <a:pt x="20" y="2"/>
                        </a:moveTo>
                        <a:cubicBezTo>
                          <a:pt x="30" y="2"/>
                          <a:pt x="38" y="10"/>
                          <a:pt x="38" y="20"/>
                        </a:cubicBezTo>
                        <a:cubicBezTo>
                          <a:pt x="38" y="23"/>
                          <a:pt x="37" y="26"/>
                          <a:pt x="35" y="29"/>
                        </a:cubicBezTo>
                        <a:cubicBezTo>
                          <a:pt x="20" y="56"/>
                          <a:pt x="20" y="56"/>
                          <a:pt x="20" y="56"/>
                        </a:cubicBezTo>
                        <a:cubicBezTo>
                          <a:pt x="4" y="29"/>
                          <a:pt x="4" y="29"/>
                          <a:pt x="4" y="29"/>
                        </a:cubicBezTo>
                        <a:cubicBezTo>
                          <a:pt x="3" y="26"/>
                          <a:pt x="2" y="23"/>
                          <a:pt x="2" y="20"/>
                        </a:cubicBezTo>
                        <a:cubicBezTo>
                          <a:pt x="2" y="10"/>
                          <a:pt x="10" y="2"/>
                          <a:pt x="20" y="2"/>
                        </a:cubicBezTo>
                        <a:moveTo>
                          <a:pt x="20" y="26"/>
                        </a:moveTo>
                        <a:cubicBezTo>
                          <a:pt x="23" y="26"/>
                          <a:pt x="26" y="23"/>
                          <a:pt x="26" y="20"/>
                        </a:cubicBezTo>
                        <a:cubicBezTo>
                          <a:pt x="26" y="17"/>
                          <a:pt x="23" y="14"/>
                          <a:pt x="20" y="14"/>
                        </a:cubicBezTo>
                        <a:cubicBezTo>
                          <a:pt x="16" y="14"/>
                          <a:pt x="14" y="17"/>
                          <a:pt x="14" y="20"/>
                        </a:cubicBezTo>
                        <a:cubicBezTo>
                          <a:pt x="14" y="23"/>
                          <a:pt x="16" y="26"/>
                          <a:pt x="20" y="26"/>
                        </a:cubicBezTo>
                        <a:moveTo>
                          <a:pt x="20" y="0"/>
                        </a:moveTo>
                        <a:cubicBezTo>
                          <a:pt x="9" y="0"/>
                          <a:pt x="0" y="9"/>
                          <a:pt x="0" y="20"/>
                        </a:cubicBezTo>
                        <a:cubicBezTo>
                          <a:pt x="0" y="24"/>
                          <a:pt x="1" y="27"/>
                          <a:pt x="2" y="30"/>
                        </a:cubicBezTo>
                        <a:cubicBezTo>
                          <a:pt x="20" y="60"/>
                          <a:pt x="20" y="60"/>
                          <a:pt x="20" y="60"/>
                        </a:cubicBezTo>
                        <a:cubicBezTo>
                          <a:pt x="37" y="30"/>
                          <a:pt x="37" y="30"/>
                          <a:pt x="37" y="30"/>
                        </a:cubicBezTo>
                        <a:cubicBezTo>
                          <a:pt x="39" y="27"/>
                          <a:pt x="40" y="24"/>
                          <a:pt x="40" y="20"/>
                        </a:cubicBezTo>
                        <a:cubicBezTo>
                          <a:pt x="40" y="9"/>
                          <a:pt x="31" y="0"/>
                          <a:pt x="20" y="0"/>
                        </a:cubicBezTo>
                        <a:close/>
                        <a:moveTo>
                          <a:pt x="20" y="24"/>
                        </a:moveTo>
                        <a:cubicBezTo>
                          <a:pt x="18" y="24"/>
                          <a:pt x="16" y="22"/>
                          <a:pt x="16" y="20"/>
                        </a:cubicBezTo>
                        <a:cubicBezTo>
                          <a:pt x="16" y="18"/>
                          <a:pt x="18" y="16"/>
                          <a:pt x="20" y="16"/>
                        </a:cubicBezTo>
                        <a:cubicBezTo>
                          <a:pt x="22" y="16"/>
                          <a:pt x="24" y="18"/>
                          <a:pt x="24" y="20"/>
                        </a:cubicBezTo>
                        <a:cubicBezTo>
                          <a:pt x="24" y="22"/>
                          <a:pt x="22" y="24"/>
                          <a:pt x="20" y="24"/>
                        </a:cubicBezTo>
                        <a:close/>
                      </a:path>
                    </a:pathLst>
                  </a:custGeom>
                  <a:solidFill>
                    <a:schemeClr val="accent2"/>
                  </a:solidFill>
                  <a:ln>
                    <a:noFill/>
                  </a:ln>
                </p:spPr>
                <p:txBody>
                  <a:bodyPr vert="horz" wrap="square" lIns="91440" tIns="45720" rIns="91440" bIns="45720" numCol="1" anchor="t" anchorCtr="0" compatLnSpc="1"/>
                  <a:lstStyle/>
                  <a:p>
                    <a:endParaRPr lang="en-US"/>
                  </a:p>
                </p:txBody>
              </p:sp>
            </p:grpSp>
          </p:grpSp>
        </p:grpSp>
        <p:grpSp>
          <p:nvGrpSpPr>
            <p:cNvPr id="8" name="Group 7"/>
            <p:cNvGrpSpPr/>
            <p:nvPr/>
          </p:nvGrpSpPr>
          <p:grpSpPr>
            <a:xfrm>
              <a:off x="3633244" y="2033587"/>
              <a:ext cx="2309222" cy="2790825"/>
              <a:chOff x="3587539" y="2033587"/>
              <a:chExt cx="2309222" cy="2790825"/>
            </a:xfrm>
          </p:grpSpPr>
          <p:sp>
            <p:nvSpPr>
              <p:cNvPr id="44" name="Rectangle 43"/>
              <p:cNvSpPr/>
              <p:nvPr/>
            </p:nvSpPr>
            <p:spPr>
              <a:xfrm>
                <a:off x="3587539" y="2033587"/>
                <a:ext cx="2309222" cy="2790825"/>
              </a:xfrm>
              <a:prstGeom prst="rect">
                <a:avLst/>
              </a:prstGeom>
              <a:solidFill>
                <a:srgbClr val="C754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4083952" y="2648234"/>
                <a:ext cx="1316396" cy="1561530"/>
                <a:chOff x="4445387" y="2329407"/>
                <a:chExt cx="1316396" cy="1561530"/>
              </a:xfrm>
            </p:grpSpPr>
            <p:grpSp>
              <p:nvGrpSpPr>
                <p:cNvPr id="54" name="Group 53"/>
                <p:cNvGrpSpPr/>
                <p:nvPr/>
              </p:nvGrpSpPr>
              <p:grpSpPr>
                <a:xfrm>
                  <a:off x="4445387" y="2329407"/>
                  <a:ext cx="552450" cy="553418"/>
                  <a:chOff x="3393004" y="3074331"/>
                  <a:chExt cx="607695" cy="607695"/>
                </a:xfrm>
              </p:grpSpPr>
              <p:sp>
                <p:nvSpPr>
                  <p:cNvPr id="55" name="Oval 17"/>
                  <p:cNvSpPr/>
                  <p:nvPr/>
                </p:nvSpPr>
                <p:spPr bwMode="auto">
                  <a:xfrm>
                    <a:off x="3393004" y="3074331"/>
                    <a:ext cx="607695" cy="607695"/>
                  </a:xfrm>
                  <a:prstGeom prst="ellipse">
                    <a:avLst/>
                  </a:prstGeom>
                  <a:noFill/>
                  <a:ln w="9525" cap="flat">
                    <a:solidFill>
                      <a:schemeClr val="accent4"/>
                    </a:solidFill>
                    <a:miter lim="800000"/>
                    <a:headEnd type="none" w="med" len="med"/>
                    <a:tailEnd type="none" w="med" len="med"/>
                  </a:ln>
                </p:spPr>
                <p:txBody>
                  <a:bodyPr lIns="0" tIns="0" rIns="0" bIns="0"/>
                  <a:lstStyle/>
                  <a:p>
                    <a:endParaRPr lang="en-US"/>
                  </a:p>
                </p:txBody>
              </p:sp>
              <p:sp>
                <p:nvSpPr>
                  <p:cNvPr id="56" name="Freeform 7"/>
                  <p:cNvSpPr>
                    <a:spLocks noEditPoints="1"/>
                  </p:cNvSpPr>
                  <p:nvPr/>
                </p:nvSpPr>
                <p:spPr bwMode="auto">
                  <a:xfrm>
                    <a:off x="3531751" y="3228975"/>
                    <a:ext cx="330200" cy="303213"/>
                  </a:xfrm>
                  <a:custGeom>
                    <a:avLst/>
                    <a:gdLst>
                      <a:gd name="T0" fmla="*/ 139 w 208"/>
                      <a:gd name="T1" fmla="*/ 26 h 191"/>
                      <a:gd name="T2" fmla="*/ 139 w 208"/>
                      <a:gd name="T3" fmla="*/ 0 h 191"/>
                      <a:gd name="T4" fmla="*/ 70 w 208"/>
                      <a:gd name="T5" fmla="*/ 0 h 191"/>
                      <a:gd name="T6" fmla="*/ 70 w 208"/>
                      <a:gd name="T7" fmla="*/ 26 h 191"/>
                      <a:gd name="T8" fmla="*/ 0 w 208"/>
                      <a:gd name="T9" fmla="*/ 26 h 191"/>
                      <a:gd name="T10" fmla="*/ 0 w 208"/>
                      <a:gd name="T11" fmla="*/ 191 h 191"/>
                      <a:gd name="T12" fmla="*/ 208 w 208"/>
                      <a:gd name="T13" fmla="*/ 191 h 191"/>
                      <a:gd name="T14" fmla="*/ 208 w 208"/>
                      <a:gd name="T15" fmla="*/ 26 h 191"/>
                      <a:gd name="T16" fmla="*/ 139 w 208"/>
                      <a:gd name="T17" fmla="*/ 26 h 191"/>
                      <a:gd name="T18" fmla="*/ 78 w 208"/>
                      <a:gd name="T19" fmla="*/ 9 h 191"/>
                      <a:gd name="T20" fmla="*/ 130 w 208"/>
                      <a:gd name="T21" fmla="*/ 9 h 191"/>
                      <a:gd name="T22" fmla="*/ 130 w 208"/>
                      <a:gd name="T23" fmla="*/ 26 h 191"/>
                      <a:gd name="T24" fmla="*/ 78 w 208"/>
                      <a:gd name="T25" fmla="*/ 26 h 191"/>
                      <a:gd name="T26" fmla="*/ 78 w 208"/>
                      <a:gd name="T27" fmla="*/ 9 h 191"/>
                      <a:gd name="T28" fmla="*/ 70 w 208"/>
                      <a:gd name="T29" fmla="*/ 35 h 191"/>
                      <a:gd name="T30" fmla="*/ 139 w 208"/>
                      <a:gd name="T31" fmla="*/ 35 h 191"/>
                      <a:gd name="T32" fmla="*/ 199 w 208"/>
                      <a:gd name="T33" fmla="*/ 35 h 191"/>
                      <a:gd name="T34" fmla="*/ 199 w 208"/>
                      <a:gd name="T35" fmla="*/ 104 h 191"/>
                      <a:gd name="T36" fmla="*/ 139 w 208"/>
                      <a:gd name="T37" fmla="*/ 104 h 191"/>
                      <a:gd name="T38" fmla="*/ 139 w 208"/>
                      <a:gd name="T39" fmla="*/ 87 h 191"/>
                      <a:gd name="T40" fmla="*/ 70 w 208"/>
                      <a:gd name="T41" fmla="*/ 87 h 191"/>
                      <a:gd name="T42" fmla="*/ 70 w 208"/>
                      <a:gd name="T43" fmla="*/ 104 h 191"/>
                      <a:gd name="T44" fmla="*/ 9 w 208"/>
                      <a:gd name="T45" fmla="*/ 104 h 191"/>
                      <a:gd name="T46" fmla="*/ 9 w 208"/>
                      <a:gd name="T47" fmla="*/ 35 h 191"/>
                      <a:gd name="T48" fmla="*/ 70 w 208"/>
                      <a:gd name="T49" fmla="*/ 35 h 191"/>
                      <a:gd name="T50" fmla="*/ 130 w 208"/>
                      <a:gd name="T51" fmla="*/ 95 h 191"/>
                      <a:gd name="T52" fmla="*/ 130 w 208"/>
                      <a:gd name="T53" fmla="*/ 121 h 191"/>
                      <a:gd name="T54" fmla="*/ 78 w 208"/>
                      <a:gd name="T55" fmla="*/ 121 h 191"/>
                      <a:gd name="T56" fmla="*/ 78 w 208"/>
                      <a:gd name="T57" fmla="*/ 95 h 191"/>
                      <a:gd name="T58" fmla="*/ 130 w 208"/>
                      <a:gd name="T59" fmla="*/ 95 h 191"/>
                      <a:gd name="T60" fmla="*/ 9 w 208"/>
                      <a:gd name="T61" fmla="*/ 182 h 191"/>
                      <a:gd name="T62" fmla="*/ 9 w 208"/>
                      <a:gd name="T63" fmla="*/ 113 h 191"/>
                      <a:gd name="T64" fmla="*/ 70 w 208"/>
                      <a:gd name="T65" fmla="*/ 113 h 191"/>
                      <a:gd name="T66" fmla="*/ 70 w 208"/>
                      <a:gd name="T67" fmla="*/ 130 h 191"/>
                      <a:gd name="T68" fmla="*/ 139 w 208"/>
                      <a:gd name="T69" fmla="*/ 130 h 191"/>
                      <a:gd name="T70" fmla="*/ 139 w 208"/>
                      <a:gd name="T71" fmla="*/ 113 h 191"/>
                      <a:gd name="T72" fmla="*/ 199 w 208"/>
                      <a:gd name="T73" fmla="*/ 113 h 191"/>
                      <a:gd name="T74" fmla="*/ 199 w 208"/>
                      <a:gd name="T75" fmla="*/ 182 h 191"/>
                      <a:gd name="T76" fmla="*/ 9 w 208"/>
                      <a:gd name="T77" fmla="*/ 182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8" h="191">
                        <a:moveTo>
                          <a:pt x="139" y="26"/>
                        </a:moveTo>
                        <a:lnTo>
                          <a:pt x="139" y="0"/>
                        </a:lnTo>
                        <a:lnTo>
                          <a:pt x="70" y="0"/>
                        </a:lnTo>
                        <a:lnTo>
                          <a:pt x="70" y="26"/>
                        </a:lnTo>
                        <a:lnTo>
                          <a:pt x="0" y="26"/>
                        </a:lnTo>
                        <a:lnTo>
                          <a:pt x="0" y="191"/>
                        </a:lnTo>
                        <a:lnTo>
                          <a:pt x="208" y="191"/>
                        </a:lnTo>
                        <a:lnTo>
                          <a:pt x="208" y="26"/>
                        </a:lnTo>
                        <a:lnTo>
                          <a:pt x="139" y="26"/>
                        </a:lnTo>
                        <a:close/>
                        <a:moveTo>
                          <a:pt x="78" y="9"/>
                        </a:moveTo>
                        <a:lnTo>
                          <a:pt x="130" y="9"/>
                        </a:lnTo>
                        <a:lnTo>
                          <a:pt x="130" y="26"/>
                        </a:lnTo>
                        <a:lnTo>
                          <a:pt x="78" y="26"/>
                        </a:lnTo>
                        <a:lnTo>
                          <a:pt x="78" y="9"/>
                        </a:lnTo>
                        <a:close/>
                        <a:moveTo>
                          <a:pt x="70" y="35"/>
                        </a:moveTo>
                        <a:lnTo>
                          <a:pt x="139" y="35"/>
                        </a:lnTo>
                        <a:lnTo>
                          <a:pt x="199" y="35"/>
                        </a:lnTo>
                        <a:lnTo>
                          <a:pt x="199" y="104"/>
                        </a:lnTo>
                        <a:lnTo>
                          <a:pt x="139" y="104"/>
                        </a:lnTo>
                        <a:lnTo>
                          <a:pt x="139" y="87"/>
                        </a:lnTo>
                        <a:lnTo>
                          <a:pt x="70" y="87"/>
                        </a:lnTo>
                        <a:lnTo>
                          <a:pt x="70" y="104"/>
                        </a:lnTo>
                        <a:lnTo>
                          <a:pt x="9" y="104"/>
                        </a:lnTo>
                        <a:lnTo>
                          <a:pt x="9" y="35"/>
                        </a:lnTo>
                        <a:lnTo>
                          <a:pt x="70" y="35"/>
                        </a:lnTo>
                        <a:close/>
                        <a:moveTo>
                          <a:pt x="130" y="95"/>
                        </a:moveTo>
                        <a:lnTo>
                          <a:pt x="130" y="121"/>
                        </a:lnTo>
                        <a:lnTo>
                          <a:pt x="78" y="121"/>
                        </a:lnTo>
                        <a:lnTo>
                          <a:pt x="78" y="95"/>
                        </a:lnTo>
                        <a:lnTo>
                          <a:pt x="130" y="95"/>
                        </a:lnTo>
                        <a:close/>
                        <a:moveTo>
                          <a:pt x="9" y="182"/>
                        </a:moveTo>
                        <a:lnTo>
                          <a:pt x="9" y="113"/>
                        </a:lnTo>
                        <a:lnTo>
                          <a:pt x="70" y="113"/>
                        </a:lnTo>
                        <a:lnTo>
                          <a:pt x="70" y="130"/>
                        </a:lnTo>
                        <a:lnTo>
                          <a:pt x="139" y="130"/>
                        </a:lnTo>
                        <a:lnTo>
                          <a:pt x="139" y="113"/>
                        </a:lnTo>
                        <a:lnTo>
                          <a:pt x="199" y="113"/>
                        </a:lnTo>
                        <a:lnTo>
                          <a:pt x="199" y="182"/>
                        </a:lnTo>
                        <a:lnTo>
                          <a:pt x="9" y="182"/>
                        </a:lnTo>
                        <a:close/>
                      </a:path>
                    </a:pathLst>
                  </a:custGeom>
                  <a:solidFill>
                    <a:schemeClr val="accent4"/>
                  </a:solidFill>
                  <a:ln>
                    <a:noFill/>
                  </a:ln>
                </p:spPr>
                <p:txBody>
                  <a:bodyPr vert="horz" wrap="square" lIns="91440" tIns="45720" rIns="91440" bIns="45720" numCol="1" anchor="t" anchorCtr="0" compatLnSpc="1"/>
                  <a:lstStyle/>
                  <a:p>
                    <a:endParaRPr lang="en-US"/>
                  </a:p>
                </p:txBody>
              </p:sp>
            </p:grpSp>
            <p:sp>
              <p:nvSpPr>
                <p:cNvPr id="70" name="Rectangle 7"/>
                <p:cNvSpPr/>
                <p:nvPr/>
              </p:nvSpPr>
              <p:spPr bwMode="auto">
                <a:xfrm>
                  <a:off x="4445387" y="3411796"/>
                  <a:ext cx="1316396" cy="479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nSpc>
                      <a:spcPct val="120000"/>
                    </a:lnSpc>
                  </a:pPr>
                  <a:r>
                    <a:rPr lang="zh-CN" altLang="en-US" sz="8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a:t>
                  </a:r>
                  <a:endParaRPr lang="en-US" sz="800" dirty="0">
                    <a:latin typeface="等线" panose="02010600030101010101" charset="-122"/>
                    <a:ea typeface="等线" panose="02010600030101010101" charset="-122"/>
                    <a:cs typeface="等线" panose="02010600030101010101" charset="-122"/>
                    <a:sym typeface="等线" panose="02010600030101010101" charset="-122"/>
                  </a:endParaRPr>
                </a:p>
              </p:txBody>
            </p:sp>
          </p:grpSp>
        </p:grpSp>
        <p:grpSp>
          <p:nvGrpSpPr>
            <p:cNvPr id="9" name="Group 8"/>
            <p:cNvGrpSpPr/>
            <p:nvPr/>
          </p:nvGrpSpPr>
          <p:grpSpPr>
            <a:xfrm>
              <a:off x="6208927" y="2033587"/>
              <a:ext cx="2309222" cy="2790825"/>
              <a:chOff x="6079848" y="2034804"/>
              <a:chExt cx="2309222" cy="2790825"/>
            </a:xfrm>
          </p:grpSpPr>
          <p:sp>
            <p:nvSpPr>
              <p:cNvPr id="45" name="Rectangle 44"/>
              <p:cNvSpPr/>
              <p:nvPr/>
            </p:nvSpPr>
            <p:spPr>
              <a:xfrm>
                <a:off x="6079848" y="2034804"/>
                <a:ext cx="2309222" cy="2790825"/>
              </a:xfrm>
              <a:prstGeom prst="rect">
                <a:avLst/>
              </a:prstGeom>
              <a:solidFill>
                <a:srgbClr val="B17F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p:cNvGrpSpPr/>
              <p:nvPr/>
            </p:nvGrpSpPr>
            <p:grpSpPr>
              <a:xfrm>
                <a:off x="6576261" y="2649451"/>
                <a:ext cx="1316396" cy="1561530"/>
                <a:chOff x="6365627" y="2329407"/>
                <a:chExt cx="1316396" cy="1561530"/>
              </a:xfrm>
            </p:grpSpPr>
            <p:grpSp>
              <p:nvGrpSpPr>
                <p:cNvPr id="57" name="Group 56"/>
                <p:cNvGrpSpPr/>
                <p:nvPr/>
              </p:nvGrpSpPr>
              <p:grpSpPr>
                <a:xfrm>
                  <a:off x="6365627" y="2329407"/>
                  <a:ext cx="552450" cy="553418"/>
                  <a:chOff x="5314350" y="3074331"/>
                  <a:chExt cx="607695" cy="607695"/>
                </a:xfrm>
              </p:grpSpPr>
              <p:sp>
                <p:nvSpPr>
                  <p:cNvPr id="58" name="Oval 17"/>
                  <p:cNvSpPr/>
                  <p:nvPr/>
                </p:nvSpPr>
                <p:spPr bwMode="auto">
                  <a:xfrm>
                    <a:off x="5314350" y="3074331"/>
                    <a:ext cx="607695" cy="607695"/>
                  </a:xfrm>
                  <a:prstGeom prst="ellipse">
                    <a:avLst/>
                  </a:prstGeom>
                  <a:solidFill>
                    <a:srgbClr val="FFFFFF"/>
                  </a:solidFill>
                  <a:ln w="9525" cap="flat">
                    <a:solidFill>
                      <a:schemeClr val="accent5"/>
                    </a:solidFill>
                    <a:miter lim="800000"/>
                    <a:headEnd type="none" w="med" len="med"/>
                    <a:tailEnd type="none" w="med" len="med"/>
                  </a:ln>
                </p:spPr>
                <p:txBody>
                  <a:bodyPr lIns="0" tIns="0" rIns="0" bIns="0"/>
                  <a:lstStyle/>
                  <a:p>
                    <a:endParaRPr lang="en-US"/>
                  </a:p>
                </p:txBody>
              </p:sp>
              <p:grpSp>
                <p:nvGrpSpPr>
                  <p:cNvPr id="59" name="Group 58"/>
                  <p:cNvGrpSpPr/>
                  <p:nvPr/>
                </p:nvGrpSpPr>
                <p:grpSpPr>
                  <a:xfrm>
                    <a:off x="5459609" y="3213078"/>
                    <a:ext cx="330200" cy="330200"/>
                    <a:chOff x="4090988" y="3228975"/>
                    <a:chExt cx="330200" cy="330200"/>
                  </a:xfrm>
                  <a:solidFill>
                    <a:schemeClr val="accent5"/>
                  </a:solidFill>
                </p:grpSpPr>
                <p:sp>
                  <p:nvSpPr>
                    <p:cNvPr id="60" name="Freeform 8"/>
                    <p:cNvSpPr>
                      <a:spLocks noEditPoints="1"/>
                    </p:cNvSpPr>
                    <p:nvPr/>
                  </p:nvSpPr>
                  <p:spPr bwMode="auto">
                    <a:xfrm>
                      <a:off x="4090988" y="3228975"/>
                      <a:ext cx="330200" cy="330200"/>
                    </a:xfrm>
                    <a:custGeom>
                      <a:avLst/>
                      <a:gdLst>
                        <a:gd name="T0" fmla="*/ 0 w 208"/>
                        <a:gd name="T1" fmla="*/ 0 h 208"/>
                        <a:gd name="T2" fmla="*/ 0 w 208"/>
                        <a:gd name="T3" fmla="*/ 208 h 208"/>
                        <a:gd name="T4" fmla="*/ 208 w 208"/>
                        <a:gd name="T5" fmla="*/ 208 h 208"/>
                        <a:gd name="T6" fmla="*/ 208 w 208"/>
                        <a:gd name="T7" fmla="*/ 0 h 208"/>
                        <a:gd name="T8" fmla="*/ 0 w 208"/>
                        <a:gd name="T9" fmla="*/ 0 h 208"/>
                        <a:gd name="T10" fmla="*/ 200 w 208"/>
                        <a:gd name="T11" fmla="*/ 200 h 208"/>
                        <a:gd name="T12" fmla="*/ 9 w 208"/>
                        <a:gd name="T13" fmla="*/ 200 h 208"/>
                        <a:gd name="T14" fmla="*/ 9 w 208"/>
                        <a:gd name="T15" fmla="*/ 9 h 208"/>
                        <a:gd name="T16" fmla="*/ 200 w 208"/>
                        <a:gd name="T17" fmla="*/ 9 h 208"/>
                        <a:gd name="T18" fmla="*/ 200 w 208"/>
                        <a:gd name="T19" fmla="*/ 20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208">
                          <a:moveTo>
                            <a:pt x="0" y="0"/>
                          </a:moveTo>
                          <a:lnTo>
                            <a:pt x="0" y="208"/>
                          </a:lnTo>
                          <a:lnTo>
                            <a:pt x="208" y="208"/>
                          </a:lnTo>
                          <a:lnTo>
                            <a:pt x="208" y="0"/>
                          </a:lnTo>
                          <a:lnTo>
                            <a:pt x="0" y="0"/>
                          </a:lnTo>
                          <a:close/>
                          <a:moveTo>
                            <a:pt x="200" y="200"/>
                          </a:moveTo>
                          <a:lnTo>
                            <a:pt x="9" y="200"/>
                          </a:lnTo>
                          <a:lnTo>
                            <a:pt x="9" y="9"/>
                          </a:lnTo>
                          <a:lnTo>
                            <a:pt x="200" y="9"/>
                          </a:lnTo>
                          <a:lnTo>
                            <a:pt x="200" y="20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1" name="Freeform 9"/>
                    <p:cNvSpPr/>
                    <p:nvPr/>
                  </p:nvSpPr>
                  <p:spPr bwMode="auto">
                    <a:xfrm>
                      <a:off x="4160838" y="3298825"/>
                      <a:ext cx="192088" cy="136525"/>
                    </a:xfrm>
                    <a:custGeom>
                      <a:avLst/>
                      <a:gdLst>
                        <a:gd name="T0" fmla="*/ 2 w 28"/>
                        <a:gd name="T1" fmla="*/ 8 h 20"/>
                        <a:gd name="T2" fmla="*/ 14 w 28"/>
                        <a:gd name="T3" fmla="*/ 20 h 20"/>
                        <a:gd name="T4" fmla="*/ 26 w 28"/>
                        <a:gd name="T5" fmla="*/ 8 h 20"/>
                        <a:gd name="T6" fmla="*/ 26 w 28"/>
                        <a:gd name="T7" fmla="*/ 2 h 20"/>
                        <a:gd name="T8" fmla="*/ 28 w 28"/>
                        <a:gd name="T9" fmla="*/ 2 h 20"/>
                        <a:gd name="T10" fmla="*/ 28 w 28"/>
                        <a:gd name="T11" fmla="*/ 0 h 20"/>
                        <a:gd name="T12" fmla="*/ 22 w 28"/>
                        <a:gd name="T13" fmla="*/ 0 h 20"/>
                        <a:gd name="T14" fmla="*/ 22 w 28"/>
                        <a:gd name="T15" fmla="*/ 2 h 20"/>
                        <a:gd name="T16" fmla="*/ 24 w 28"/>
                        <a:gd name="T17" fmla="*/ 2 h 20"/>
                        <a:gd name="T18" fmla="*/ 24 w 28"/>
                        <a:gd name="T19" fmla="*/ 8 h 20"/>
                        <a:gd name="T20" fmla="*/ 14 w 28"/>
                        <a:gd name="T21" fmla="*/ 18 h 20"/>
                        <a:gd name="T22" fmla="*/ 4 w 28"/>
                        <a:gd name="T23" fmla="*/ 8 h 20"/>
                        <a:gd name="T24" fmla="*/ 4 w 28"/>
                        <a:gd name="T25" fmla="*/ 2 h 20"/>
                        <a:gd name="T26" fmla="*/ 6 w 28"/>
                        <a:gd name="T27" fmla="*/ 2 h 20"/>
                        <a:gd name="T28" fmla="*/ 6 w 28"/>
                        <a:gd name="T29" fmla="*/ 0 h 20"/>
                        <a:gd name="T30" fmla="*/ 0 w 28"/>
                        <a:gd name="T31" fmla="*/ 0 h 20"/>
                        <a:gd name="T32" fmla="*/ 0 w 28"/>
                        <a:gd name="T33" fmla="*/ 2 h 20"/>
                        <a:gd name="T34" fmla="*/ 2 w 28"/>
                        <a:gd name="T35" fmla="*/ 2 h 20"/>
                        <a:gd name="T36" fmla="*/ 2 w 28"/>
                        <a:gd name="T37"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 h="20">
                          <a:moveTo>
                            <a:pt x="2" y="8"/>
                          </a:moveTo>
                          <a:cubicBezTo>
                            <a:pt x="2" y="15"/>
                            <a:pt x="7" y="20"/>
                            <a:pt x="14" y="20"/>
                          </a:cubicBezTo>
                          <a:cubicBezTo>
                            <a:pt x="20" y="20"/>
                            <a:pt x="26" y="15"/>
                            <a:pt x="26" y="8"/>
                          </a:cubicBezTo>
                          <a:cubicBezTo>
                            <a:pt x="26" y="2"/>
                            <a:pt x="26" y="2"/>
                            <a:pt x="26" y="2"/>
                          </a:cubicBezTo>
                          <a:cubicBezTo>
                            <a:pt x="28" y="2"/>
                            <a:pt x="28" y="2"/>
                            <a:pt x="28" y="2"/>
                          </a:cubicBezTo>
                          <a:cubicBezTo>
                            <a:pt x="28" y="0"/>
                            <a:pt x="28" y="0"/>
                            <a:pt x="28" y="0"/>
                          </a:cubicBezTo>
                          <a:cubicBezTo>
                            <a:pt x="22" y="0"/>
                            <a:pt x="22" y="0"/>
                            <a:pt x="22" y="0"/>
                          </a:cubicBezTo>
                          <a:cubicBezTo>
                            <a:pt x="22" y="2"/>
                            <a:pt x="22" y="2"/>
                            <a:pt x="22" y="2"/>
                          </a:cubicBezTo>
                          <a:cubicBezTo>
                            <a:pt x="24" y="2"/>
                            <a:pt x="24" y="2"/>
                            <a:pt x="24" y="2"/>
                          </a:cubicBezTo>
                          <a:cubicBezTo>
                            <a:pt x="24" y="8"/>
                            <a:pt x="24" y="8"/>
                            <a:pt x="24" y="8"/>
                          </a:cubicBezTo>
                          <a:cubicBezTo>
                            <a:pt x="24" y="13"/>
                            <a:pt x="19" y="18"/>
                            <a:pt x="14" y="18"/>
                          </a:cubicBezTo>
                          <a:cubicBezTo>
                            <a:pt x="8" y="18"/>
                            <a:pt x="4" y="13"/>
                            <a:pt x="4" y="8"/>
                          </a:cubicBezTo>
                          <a:cubicBezTo>
                            <a:pt x="4" y="2"/>
                            <a:pt x="4" y="2"/>
                            <a:pt x="4" y="2"/>
                          </a:cubicBezTo>
                          <a:cubicBezTo>
                            <a:pt x="6" y="2"/>
                            <a:pt x="6" y="2"/>
                            <a:pt x="6" y="2"/>
                          </a:cubicBezTo>
                          <a:cubicBezTo>
                            <a:pt x="6" y="0"/>
                            <a:pt x="6" y="0"/>
                            <a:pt x="6" y="0"/>
                          </a:cubicBezTo>
                          <a:cubicBezTo>
                            <a:pt x="0" y="0"/>
                            <a:pt x="0" y="0"/>
                            <a:pt x="0" y="0"/>
                          </a:cubicBezTo>
                          <a:cubicBezTo>
                            <a:pt x="0" y="2"/>
                            <a:pt x="0" y="2"/>
                            <a:pt x="0" y="2"/>
                          </a:cubicBezTo>
                          <a:cubicBezTo>
                            <a:pt x="2" y="2"/>
                            <a:pt x="2" y="2"/>
                            <a:pt x="2" y="2"/>
                          </a:cubicBezTo>
                          <a:lnTo>
                            <a:pt x="2" y="8"/>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sp>
              <p:nvSpPr>
                <p:cNvPr id="71" name="Rectangle 7"/>
                <p:cNvSpPr/>
                <p:nvPr/>
              </p:nvSpPr>
              <p:spPr bwMode="auto">
                <a:xfrm>
                  <a:off x="6365627" y="3411796"/>
                  <a:ext cx="1316396" cy="479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nSpc>
                      <a:spcPct val="120000"/>
                    </a:lnSpc>
                  </a:pPr>
                  <a:r>
                    <a:rPr lang="zh-CN" altLang="en-US" sz="8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a:t>
                  </a:r>
                  <a:endParaRPr lang="en-US" sz="800" dirty="0">
                    <a:latin typeface="等线" panose="02010600030101010101" charset="-122"/>
                    <a:ea typeface="等线" panose="02010600030101010101" charset="-122"/>
                    <a:cs typeface="等线" panose="02010600030101010101" charset="-122"/>
                    <a:sym typeface="等线" panose="02010600030101010101" charset="-122"/>
                  </a:endParaRPr>
                </a:p>
              </p:txBody>
            </p:sp>
          </p:grpSp>
        </p:grpSp>
        <p:grpSp>
          <p:nvGrpSpPr>
            <p:cNvPr id="10" name="Group 9"/>
            <p:cNvGrpSpPr/>
            <p:nvPr/>
          </p:nvGrpSpPr>
          <p:grpSpPr>
            <a:xfrm>
              <a:off x="8784610" y="2033587"/>
              <a:ext cx="2309222" cy="2790825"/>
              <a:chOff x="8784610" y="2039577"/>
              <a:chExt cx="2309222" cy="2790825"/>
            </a:xfrm>
          </p:grpSpPr>
          <p:sp>
            <p:nvSpPr>
              <p:cNvPr id="76" name="Rectangle 75"/>
              <p:cNvSpPr/>
              <p:nvPr/>
            </p:nvSpPr>
            <p:spPr>
              <a:xfrm>
                <a:off x="8784610" y="2039577"/>
                <a:ext cx="2309222" cy="279082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a:off x="9281023" y="2654224"/>
                <a:ext cx="1316396" cy="1561530"/>
                <a:chOff x="8301107" y="2329407"/>
                <a:chExt cx="1316396" cy="1561530"/>
              </a:xfrm>
            </p:grpSpPr>
            <p:grpSp>
              <p:nvGrpSpPr>
                <p:cNvPr id="62" name="Group 61"/>
                <p:cNvGrpSpPr/>
                <p:nvPr/>
              </p:nvGrpSpPr>
              <p:grpSpPr>
                <a:xfrm>
                  <a:off x="8301107" y="2329407"/>
                  <a:ext cx="552450" cy="553418"/>
                  <a:chOff x="7228860" y="3074331"/>
                  <a:chExt cx="607695" cy="607695"/>
                </a:xfrm>
              </p:grpSpPr>
              <p:sp>
                <p:nvSpPr>
                  <p:cNvPr id="63" name="Oval 17"/>
                  <p:cNvSpPr/>
                  <p:nvPr/>
                </p:nvSpPr>
                <p:spPr bwMode="auto">
                  <a:xfrm>
                    <a:off x="7228860" y="3074331"/>
                    <a:ext cx="607695" cy="607695"/>
                  </a:xfrm>
                  <a:prstGeom prst="ellipse">
                    <a:avLst/>
                  </a:prstGeom>
                  <a:noFill/>
                  <a:ln w="9525" cap="flat">
                    <a:solidFill>
                      <a:schemeClr val="bg1"/>
                    </a:solidFill>
                    <a:miter lim="800000"/>
                    <a:headEnd type="none" w="med" len="med"/>
                    <a:tailEnd type="none" w="med" len="med"/>
                  </a:ln>
                </p:spPr>
                <p:txBody>
                  <a:bodyPr lIns="0" tIns="0" rIns="0" bIns="0"/>
                  <a:lstStyle/>
                  <a:p>
                    <a:endParaRPr lang="en-US" dirty="0"/>
                  </a:p>
                </p:txBody>
              </p:sp>
              <p:grpSp>
                <p:nvGrpSpPr>
                  <p:cNvPr id="64" name="Group 63"/>
                  <p:cNvGrpSpPr/>
                  <p:nvPr/>
                </p:nvGrpSpPr>
                <p:grpSpPr>
                  <a:xfrm>
                    <a:off x="7400307" y="3187700"/>
                    <a:ext cx="315913" cy="371475"/>
                    <a:chOff x="5341938" y="3208338"/>
                    <a:chExt cx="315913" cy="371475"/>
                  </a:xfrm>
                  <a:solidFill>
                    <a:schemeClr val="accent5"/>
                  </a:solidFill>
                </p:grpSpPr>
                <p:sp>
                  <p:nvSpPr>
                    <p:cNvPr id="65" name="Freeform 10"/>
                    <p:cNvSpPr>
                      <a:spLocks noEditPoints="1"/>
                    </p:cNvSpPr>
                    <p:nvPr/>
                  </p:nvSpPr>
                  <p:spPr bwMode="auto">
                    <a:xfrm>
                      <a:off x="5341938" y="3332163"/>
                      <a:ext cx="315913" cy="234950"/>
                    </a:xfrm>
                    <a:custGeom>
                      <a:avLst/>
                      <a:gdLst>
                        <a:gd name="T0" fmla="*/ 37 w 46"/>
                        <a:gd name="T1" fmla="*/ 16 h 34"/>
                        <a:gd name="T2" fmla="*/ 46 w 46"/>
                        <a:gd name="T3" fmla="*/ 16 h 34"/>
                        <a:gd name="T4" fmla="*/ 46 w 46"/>
                        <a:gd name="T5" fmla="*/ 0 h 34"/>
                        <a:gd name="T6" fmla="*/ 38 w 46"/>
                        <a:gd name="T7" fmla="*/ 0 h 34"/>
                        <a:gd name="T8" fmla="*/ 36 w 46"/>
                        <a:gd name="T9" fmla="*/ 0 h 34"/>
                        <a:gd name="T10" fmla="*/ 0 w 46"/>
                        <a:gd name="T11" fmla="*/ 0 h 34"/>
                        <a:gd name="T12" fmla="*/ 0 w 46"/>
                        <a:gd name="T13" fmla="*/ 15 h 34"/>
                        <a:gd name="T14" fmla="*/ 19 w 46"/>
                        <a:gd name="T15" fmla="*/ 34 h 34"/>
                        <a:gd name="T16" fmla="*/ 37 w 46"/>
                        <a:gd name="T17" fmla="*/ 16 h 34"/>
                        <a:gd name="T18" fmla="*/ 38 w 46"/>
                        <a:gd name="T19" fmla="*/ 2 h 34"/>
                        <a:gd name="T20" fmla="*/ 44 w 46"/>
                        <a:gd name="T21" fmla="*/ 2 h 34"/>
                        <a:gd name="T22" fmla="*/ 44 w 46"/>
                        <a:gd name="T23" fmla="*/ 14 h 34"/>
                        <a:gd name="T24" fmla="*/ 38 w 46"/>
                        <a:gd name="T25" fmla="*/ 14 h 34"/>
                        <a:gd name="T26" fmla="*/ 38 w 46"/>
                        <a:gd name="T27" fmla="*/ 2 h 34"/>
                        <a:gd name="T28" fmla="*/ 19 w 46"/>
                        <a:gd name="T29" fmla="*/ 32 h 34"/>
                        <a:gd name="T30" fmla="*/ 2 w 46"/>
                        <a:gd name="T31" fmla="*/ 15 h 34"/>
                        <a:gd name="T32" fmla="*/ 2 w 46"/>
                        <a:gd name="T33" fmla="*/ 2 h 34"/>
                        <a:gd name="T34" fmla="*/ 36 w 46"/>
                        <a:gd name="T35" fmla="*/ 2 h 34"/>
                        <a:gd name="T36" fmla="*/ 36 w 46"/>
                        <a:gd name="T37" fmla="*/ 15 h 34"/>
                        <a:gd name="T38" fmla="*/ 19 w 46"/>
                        <a:gd name="T3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 h="34">
                          <a:moveTo>
                            <a:pt x="37" y="16"/>
                          </a:moveTo>
                          <a:cubicBezTo>
                            <a:pt x="46" y="16"/>
                            <a:pt x="46" y="16"/>
                            <a:pt x="46" y="16"/>
                          </a:cubicBezTo>
                          <a:cubicBezTo>
                            <a:pt x="46" y="0"/>
                            <a:pt x="46" y="0"/>
                            <a:pt x="46" y="0"/>
                          </a:cubicBezTo>
                          <a:cubicBezTo>
                            <a:pt x="38" y="0"/>
                            <a:pt x="38" y="0"/>
                            <a:pt x="38" y="0"/>
                          </a:cubicBezTo>
                          <a:cubicBezTo>
                            <a:pt x="36" y="0"/>
                            <a:pt x="36" y="0"/>
                            <a:pt x="36" y="0"/>
                          </a:cubicBezTo>
                          <a:cubicBezTo>
                            <a:pt x="0" y="0"/>
                            <a:pt x="0" y="0"/>
                            <a:pt x="0" y="0"/>
                          </a:cubicBezTo>
                          <a:cubicBezTo>
                            <a:pt x="0" y="15"/>
                            <a:pt x="0" y="15"/>
                            <a:pt x="0" y="15"/>
                          </a:cubicBezTo>
                          <a:cubicBezTo>
                            <a:pt x="0" y="25"/>
                            <a:pt x="8" y="34"/>
                            <a:pt x="19" y="34"/>
                          </a:cubicBezTo>
                          <a:cubicBezTo>
                            <a:pt x="29" y="34"/>
                            <a:pt x="37" y="26"/>
                            <a:pt x="37" y="16"/>
                          </a:cubicBezTo>
                          <a:close/>
                          <a:moveTo>
                            <a:pt x="38" y="2"/>
                          </a:moveTo>
                          <a:cubicBezTo>
                            <a:pt x="44" y="2"/>
                            <a:pt x="44" y="2"/>
                            <a:pt x="44" y="2"/>
                          </a:cubicBezTo>
                          <a:cubicBezTo>
                            <a:pt x="44" y="14"/>
                            <a:pt x="44" y="14"/>
                            <a:pt x="44" y="14"/>
                          </a:cubicBezTo>
                          <a:cubicBezTo>
                            <a:pt x="38" y="14"/>
                            <a:pt x="38" y="14"/>
                            <a:pt x="38" y="14"/>
                          </a:cubicBezTo>
                          <a:lnTo>
                            <a:pt x="38" y="2"/>
                          </a:lnTo>
                          <a:close/>
                          <a:moveTo>
                            <a:pt x="19" y="32"/>
                          </a:moveTo>
                          <a:cubicBezTo>
                            <a:pt x="9" y="32"/>
                            <a:pt x="2" y="24"/>
                            <a:pt x="2" y="15"/>
                          </a:cubicBezTo>
                          <a:cubicBezTo>
                            <a:pt x="2" y="2"/>
                            <a:pt x="2" y="2"/>
                            <a:pt x="2" y="2"/>
                          </a:cubicBezTo>
                          <a:cubicBezTo>
                            <a:pt x="36" y="2"/>
                            <a:pt x="36" y="2"/>
                            <a:pt x="36" y="2"/>
                          </a:cubicBezTo>
                          <a:cubicBezTo>
                            <a:pt x="36" y="15"/>
                            <a:pt x="36" y="15"/>
                            <a:pt x="36" y="15"/>
                          </a:cubicBezTo>
                          <a:cubicBezTo>
                            <a:pt x="36" y="24"/>
                            <a:pt x="28" y="32"/>
                            <a:pt x="19" y="3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6" name="Freeform 11"/>
                    <p:cNvSpPr/>
                    <p:nvPr/>
                  </p:nvSpPr>
                  <p:spPr bwMode="auto">
                    <a:xfrm>
                      <a:off x="5341938" y="3567113"/>
                      <a:ext cx="261938" cy="12700"/>
                    </a:xfrm>
                    <a:custGeom>
                      <a:avLst/>
                      <a:gdLst>
                        <a:gd name="T0" fmla="*/ 0 w 165"/>
                        <a:gd name="T1" fmla="*/ 8 h 8"/>
                        <a:gd name="T2" fmla="*/ 165 w 165"/>
                        <a:gd name="T3" fmla="*/ 8 h 8"/>
                        <a:gd name="T4" fmla="*/ 165 w 165"/>
                        <a:gd name="T5" fmla="*/ 0 h 8"/>
                        <a:gd name="T6" fmla="*/ 82 w 165"/>
                        <a:gd name="T7" fmla="*/ 0 h 8"/>
                        <a:gd name="T8" fmla="*/ 0 w 165"/>
                        <a:gd name="T9" fmla="*/ 0 h 8"/>
                        <a:gd name="T10" fmla="*/ 0 w 165"/>
                        <a:gd name="T11" fmla="*/ 8 h 8"/>
                      </a:gdLst>
                      <a:ahLst/>
                      <a:cxnLst>
                        <a:cxn ang="0">
                          <a:pos x="T0" y="T1"/>
                        </a:cxn>
                        <a:cxn ang="0">
                          <a:pos x="T2" y="T3"/>
                        </a:cxn>
                        <a:cxn ang="0">
                          <a:pos x="T4" y="T5"/>
                        </a:cxn>
                        <a:cxn ang="0">
                          <a:pos x="T6" y="T7"/>
                        </a:cxn>
                        <a:cxn ang="0">
                          <a:pos x="T8" y="T9"/>
                        </a:cxn>
                        <a:cxn ang="0">
                          <a:pos x="T10" y="T11"/>
                        </a:cxn>
                      </a:cxnLst>
                      <a:rect l="0" t="0" r="r" b="b"/>
                      <a:pathLst>
                        <a:path w="165" h="8">
                          <a:moveTo>
                            <a:pt x="0" y="8"/>
                          </a:moveTo>
                          <a:lnTo>
                            <a:pt x="165" y="8"/>
                          </a:lnTo>
                          <a:lnTo>
                            <a:pt x="165" y="0"/>
                          </a:lnTo>
                          <a:lnTo>
                            <a:pt x="82" y="0"/>
                          </a:lnTo>
                          <a:lnTo>
                            <a:pt x="0" y="0"/>
                          </a:lnTo>
                          <a:lnTo>
                            <a:pt x="0" y="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67" name="Rectangle 12"/>
                    <p:cNvSpPr>
                      <a:spLocks noChangeArrowheads="1"/>
                    </p:cNvSpPr>
                    <p:nvPr/>
                  </p:nvSpPr>
                  <p:spPr bwMode="auto">
                    <a:xfrm>
                      <a:off x="5411788" y="3236913"/>
                      <a:ext cx="12700" cy="53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68" name="Rectangle 13"/>
                    <p:cNvSpPr>
                      <a:spLocks noChangeArrowheads="1"/>
                    </p:cNvSpPr>
                    <p:nvPr/>
                  </p:nvSpPr>
                  <p:spPr bwMode="auto">
                    <a:xfrm>
                      <a:off x="5521325" y="3236913"/>
                      <a:ext cx="12700" cy="53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69" name="Rectangle 14"/>
                    <p:cNvSpPr>
                      <a:spLocks noChangeArrowheads="1"/>
                    </p:cNvSpPr>
                    <p:nvPr/>
                  </p:nvSpPr>
                  <p:spPr bwMode="auto">
                    <a:xfrm>
                      <a:off x="5465763" y="3208338"/>
                      <a:ext cx="14288" cy="82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grpSp>
            </p:grpSp>
            <p:sp>
              <p:nvSpPr>
                <p:cNvPr id="72" name="Rectangle 7"/>
                <p:cNvSpPr/>
                <p:nvPr/>
              </p:nvSpPr>
              <p:spPr bwMode="auto">
                <a:xfrm>
                  <a:off x="8301107" y="3411796"/>
                  <a:ext cx="1316396" cy="479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nSpc>
                      <a:spcPct val="120000"/>
                    </a:lnSpc>
                  </a:pPr>
                  <a:r>
                    <a:rPr lang="zh-CN" altLang="en-US" sz="8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a:t>
                  </a:r>
                  <a:endParaRPr lang="en-US" sz="800" dirty="0">
                    <a:latin typeface="等线" panose="02010600030101010101" charset="-122"/>
                    <a:ea typeface="等线" panose="02010600030101010101" charset="-122"/>
                    <a:cs typeface="等线" panose="02010600030101010101" charset="-122"/>
                    <a:sym typeface="等线" panose="02010600030101010101" charset="-122"/>
                  </a:endParaRPr>
                </a:p>
              </p:txBody>
            </p:sp>
          </p:grpSp>
        </p:grpSp>
      </p:grpSp>
      <p:grpSp>
        <p:nvGrpSpPr>
          <p:cNvPr id="11" name="Group 10"/>
          <p:cNvGrpSpPr/>
          <p:nvPr/>
        </p:nvGrpSpPr>
        <p:grpSpPr>
          <a:xfrm>
            <a:off x="2653340" y="5555862"/>
            <a:ext cx="6880553" cy="381142"/>
            <a:chOff x="1147831" y="2420081"/>
            <a:chExt cx="6880553" cy="381142"/>
          </a:xfrm>
        </p:grpSpPr>
        <p:sp>
          <p:nvSpPr>
            <p:cNvPr id="43" name="Rectangle 5"/>
            <p:cNvSpPr/>
            <p:nvPr/>
          </p:nvSpPr>
          <p:spPr bwMode="auto">
            <a:xfrm>
              <a:off x="1752292" y="2430595"/>
              <a:ext cx="6276092" cy="35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a:lnSpc>
                  <a:spcPct val="130000"/>
                </a:lnSpc>
              </a:pPr>
              <a:r>
                <a:rPr lang="zh-CN" altLang="en-US" sz="800" dirty="0">
                  <a:solidFill>
                    <a:schemeClr val="bg1"/>
                  </a:solidFill>
                  <a:latin typeface=".黑体UI-简" pitchFamily="2" charset="-128"/>
                  <a:ea typeface=".黑体UI-简" pitchFamily="2" charset="-128"/>
                  <a:cs typeface=".黑体UI-简" pitchFamily="2" charset="-128"/>
                </a:rPr>
                <a:t>I walked through many mountains, walked through many waters, and knew many people. I walked through many mountains, walked through many waters, and knew many people. I walked through many mountains, walked through many waters</a:t>
              </a:r>
              <a:endParaRPr lang="en-US" sz="800" dirty="0">
                <a:solidFill>
                  <a:schemeClr val="bg1"/>
                </a:solidFill>
                <a:latin typeface="等线" panose="02010600030101010101" charset="-122"/>
                <a:ea typeface="等线" panose="02010600030101010101" charset="-122"/>
                <a:cs typeface="等线" panose="02010600030101010101" charset="-122"/>
                <a:sym typeface="等线" panose="02010600030101010101" charset="-122"/>
              </a:endParaRPr>
            </a:p>
          </p:txBody>
        </p:sp>
        <p:grpSp>
          <p:nvGrpSpPr>
            <p:cNvPr id="73" name="Group 72"/>
            <p:cNvGrpSpPr/>
            <p:nvPr/>
          </p:nvGrpSpPr>
          <p:grpSpPr>
            <a:xfrm>
              <a:off x="1147831" y="2420081"/>
              <a:ext cx="381446" cy="381142"/>
              <a:chOff x="251636" y="3451661"/>
              <a:chExt cx="623888" cy="622300"/>
            </a:xfrm>
            <a:solidFill>
              <a:schemeClr val="bg1"/>
            </a:solidFill>
          </p:grpSpPr>
          <p:sp>
            <p:nvSpPr>
              <p:cNvPr id="74" name="Freeform 7"/>
              <p:cNvSpPr>
                <a:spLocks noEditPoints="1"/>
              </p:cNvSpPr>
              <p:nvPr/>
            </p:nvSpPr>
            <p:spPr bwMode="auto">
              <a:xfrm>
                <a:off x="251636" y="3451661"/>
                <a:ext cx="623888" cy="622300"/>
              </a:xfrm>
              <a:custGeom>
                <a:avLst/>
                <a:gdLst>
                  <a:gd name="T0" fmla="*/ 25 w 50"/>
                  <a:gd name="T1" fmla="*/ 50 h 50"/>
                  <a:gd name="T2" fmla="*/ 50 w 50"/>
                  <a:gd name="T3" fmla="*/ 25 h 50"/>
                  <a:gd name="T4" fmla="*/ 25 w 50"/>
                  <a:gd name="T5" fmla="*/ 0 h 50"/>
                  <a:gd name="T6" fmla="*/ 0 w 50"/>
                  <a:gd name="T7" fmla="*/ 25 h 50"/>
                  <a:gd name="T8" fmla="*/ 25 w 50"/>
                  <a:gd name="T9" fmla="*/ 50 h 50"/>
                  <a:gd name="T10" fmla="*/ 25 w 50"/>
                  <a:gd name="T11" fmla="*/ 2 h 50"/>
                  <a:gd name="T12" fmla="*/ 48 w 50"/>
                  <a:gd name="T13" fmla="*/ 25 h 50"/>
                  <a:gd name="T14" fmla="*/ 25 w 50"/>
                  <a:gd name="T15" fmla="*/ 48 h 50"/>
                  <a:gd name="T16" fmla="*/ 2 w 50"/>
                  <a:gd name="T17" fmla="*/ 25 h 50"/>
                  <a:gd name="T18" fmla="*/ 25 w 50"/>
                  <a:gd name="T19" fmla="*/ 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50">
                    <a:moveTo>
                      <a:pt x="25" y="50"/>
                    </a:moveTo>
                    <a:cubicBezTo>
                      <a:pt x="39" y="50"/>
                      <a:pt x="50" y="39"/>
                      <a:pt x="50" y="25"/>
                    </a:cubicBezTo>
                    <a:cubicBezTo>
                      <a:pt x="50" y="11"/>
                      <a:pt x="39" y="0"/>
                      <a:pt x="25" y="0"/>
                    </a:cubicBezTo>
                    <a:cubicBezTo>
                      <a:pt x="11" y="0"/>
                      <a:pt x="0" y="11"/>
                      <a:pt x="0" y="25"/>
                    </a:cubicBezTo>
                    <a:cubicBezTo>
                      <a:pt x="0" y="39"/>
                      <a:pt x="11" y="50"/>
                      <a:pt x="25" y="50"/>
                    </a:cubicBezTo>
                    <a:close/>
                    <a:moveTo>
                      <a:pt x="25" y="2"/>
                    </a:moveTo>
                    <a:cubicBezTo>
                      <a:pt x="38" y="2"/>
                      <a:pt x="48" y="12"/>
                      <a:pt x="48" y="25"/>
                    </a:cubicBezTo>
                    <a:cubicBezTo>
                      <a:pt x="48" y="37"/>
                      <a:pt x="38" y="48"/>
                      <a:pt x="25" y="48"/>
                    </a:cubicBezTo>
                    <a:cubicBezTo>
                      <a:pt x="12" y="48"/>
                      <a:pt x="2" y="37"/>
                      <a:pt x="2" y="25"/>
                    </a:cubicBezTo>
                    <a:cubicBezTo>
                      <a:pt x="2" y="12"/>
                      <a:pt x="12" y="2"/>
                      <a:pt x="2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75" name="Freeform 8"/>
              <p:cNvSpPr/>
              <p:nvPr/>
            </p:nvSpPr>
            <p:spPr bwMode="auto">
              <a:xfrm>
                <a:off x="402448" y="3613586"/>
                <a:ext cx="347663" cy="298450"/>
              </a:xfrm>
              <a:custGeom>
                <a:avLst/>
                <a:gdLst>
                  <a:gd name="T0" fmla="*/ 110 w 219"/>
                  <a:gd name="T1" fmla="*/ 173 h 188"/>
                  <a:gd name="T2" fmla="*/ 125 w 219"/>
                  <a:gd name="T3" fmla="*/ 188 h 188"/>
                  <a:gd name="T4" fmla="*/ 219 w 219"/>
                  <a:gd name="T5" fmla="*/ 94 h 188"/>
                  <a:gd name="T6" fmla="*/ 125 w 219"/>
                  <a:gd name="T7" fmla="*/ 0 h 188"/>
                  <a:gd name="T8" fmla="*/ 110 w 219"/>
                  <a:gd name="T9" fmla="*/ 8 h 188"/>
                  <a:gd name="T10" fmla="*/ 188 w 219"/>
                  <a:gd name="T11" fmla="*/ 86 h 188"/>
                  <a:gd name="T12" fmla="*/ 0 w 219"/>
                  <a:gd name="T13" fmla="*/ 86 h 188"/>
                  <a:gd name="T14" fmla="*/ 0 w 219"/>
                  <a:gd name="T15" fmla="*/ 102 h 188"/>
                  <a:gd name="T16" fmla="*/ 188 w 219"/>
                  <a:gd name="T17" fmla="*/ 102 h 188"/>
                  <a:gd name="T18" fmla="*/ 110 w 219"/>
                  <a:gd name="T19" fmla="*/ 17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188">
                    <a:moveTo>
                      <a:pt x="110" y="173"/>
                    </a:moveTo>
                    <a:lnTo>
                      <a:pt x="125" y="188"/>
                    </a:lnTo>
                    <a:lnTo>
                      <a:pt x="219" y="94"/>
                    </a:lnTo>
                    <a:lnTo>
                      <a:pt x="125" y="0"/>
                    </a:lnTo>
                    <a:lnTo>
                      <a:pt x="110" y="8"/>
                    </a:lnTo>
                    <a:lnTo>
                      <a:pt x="188" y="86"/>
                    </a:lnTo>
                    <a:lnTo>
                      <a:pt x="0" y="86"/>
                    </a:lnTo>
                    <a:lnTo>
                      <a:pt x="0" y="102"/>
                    </a:lnTo>
                    <a:lnTo>
                      <a:pt x="188" y="102"/>
                    </a:lnTo>
                    <a:lnTo>
                      <a:pt x="110" y="17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pic>
        <p:nvPicPr>
          <p:cNvPr id="10" name="图片占位符 9"/>
          <p:cNvPicPr>
            <a:picLocks noGrp="1" noChangeAspect="1"/>
          </p:cNvPicPr>
          <p:nvPr>
            <p:ph type="pic" sz="quarter" idx="22"/>
          </p:nvPr>
        </p:nvPicPr>
        <p:blipFill>
          <a:blip r:embed="rId1" cstate="screen"/>
          <a:srcRect/>
          <a:stretch>
            <a:fillRect/>
          </a:stretch>
        </p:blipFill>
        <p:spPr>
          <a:xfrm>
            <a:off x="1752179" y="598122"/>
            <a:ext cx="4066248" cy="5421665"/>
          </a:xfrm>
          <a:blipFill>
            <a:blip r:embed="rId2" cstate="screen"/>
            <a:stretch>
              <a:fillRect/>
            </a:stretch>
          </a:blipFill>
        </p:spPr>
      </p:pic>
      <p:grpSp>
        <p:nvGrpSpPr>
          <p:cNvPr id="16" name="组合 15"/>
          <p:cNvGrpSpPr/>
          <p:nvPr/>
        </p:nvGrpSpPr>
        <p:grpSpPr>
          <a:xfrm>
            <a:off x="6801011" y="1209293"/>
            <a:ext cx="3775439" cy="4439413"/>
            <a:chOff x="6801011" y="1445728"/>
            <a:chExt cx="3775439" cy="4439413"/>
          </a:xfrm>
        </p:grpSpPr>
        <p:sp>
          <p:nvSpPr>
            <p:cNvPr id="5" name="TextBox 14"/>
            <p:cNvSpPr txBox="1"/>
            <p:nvPr/>
          </p:nvSpPr>
          <p:spPr>
            <a:xfrm>
              <a:off x="6801011" y="2232923"/>
              <a:ext cx="3775439" cy="903902"/>
            </a:xfrm>
            <a:prstGeom prst="rect">
              <a:avLst/>
            </a:prstGeom>
            <a:noFill/>
          </p:spPr>
          <p:txBody>
            <a:bodyPr wrap="square" numCol="1" spcCol="45720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kumimoji="0" lang="zh-CN" altLang="en-US" sz="900" b="0" i="0" u="none" strike="noStrike" kern="1200" cap="none" spc="0" normalizeH="0" baseline="0" noProof="0" dirty="0">
                <a:ln>
                  <a:noFill/>
                </a:ln>
                <a:solidFill>
                  <a:schemeClr val="bg1"/>
                </a:solidFill>
                <a:effectLst/>
                <a:uLnTx/>
                <a:uFillTx/>
                <a:latin typeface="..黑体UI-韩语" pitchFamily="2" charset="-128"/>
                <a:ea typeface="..黑体UI-韩语" pitchFamily="2" charset="-128"/>
                <a:cs typeface="..黑体UI-韩语" pitchFamily="2" charset="-128"/>
              </a:endParaRPr>
            </a:p>
          </p:txBody>
        </p:sp>
        <p:sp>
          <p:nvSpPr>
            <p:cNvPr id="6" name="TextBox 15"/>
            <p:cNvSpPr txBox="1"/>
            <p:nvPr/>
          </p:nvSpPr>
          <p:spPr>
            <a:xfrm>
              <a:off x="6801011" y="1445728"/>
              <a:ext cx="2621851"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2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endParaRPr>
            </a:p>
          </p:txBody>
        </p:sp>
        <p:grpSp>
          <p:nvGrpSpPr>
            <p:cNvPr id="7" name="组合 6"/>
            <p:cNvGrpSpPr/>
            <p:nvPr/>
          </p:nvGrpSpPr>
          <p:grpSpPr>
            <a:xfrm>
              <a:off x="6801011" y="3656959"/>
              <a:ext cx="2775753" cy="984994"/>
              <a:chOff x="7767223" y="840849"/>
              <a:chExt cx="2775753" cy="984994"/>
            </a:xfrm>
          </p:grpSpPr>
          <p:sp>
            <p:nvSpPr>
              <p:cNvPr id="8" name="TextBox 17"/>
              <p:cNvSpPr txBox="1"/>
              <p:nvPr/>
            </p:nvSpPr>
            <p:spPr>
              <a:xfrm>
                <a:off x="7767223" y="840849"/>
                <a:ext cx="2359437" cy="3231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500" b="0" i="0" u="none" strike="noStrike" kern="1200" cap="none" spc="200" normalizeH="0" baseline="0" noProof="0" dirty="0">
                    <a:ln>
                      <a:noFill/>
                    </a:ln>
                    <a:solidFill>
                      <a:schemeClr val="bg1"/>
                    </a:solidFill>
                    <a:effectLst/>
                    <a:uLnTx/>
                    <a:uFillTx/>
                    <a:latin typeface="等线 Light" panose="02010600030101010101" charset="-122"/>
                    <a:ea typeface="Open Sans Semibold" panose="020B0706030804020204" pitchFamily="34" charset="0"/>
                    <a:cs typeface="Open Sans Semibold" panose="020B0706030804020204" pitchFamily="34" charset="0"/>
                  </a:rPr>
                  <a:t>EXAMPLE TEXT 01</a:t>
                </a:r>
                <a:endParaRPr kumimoji="0" lang="en-US" sz="1500" b="0" i="0" u="none" strike="noStrike" kern="1200" cap="none" spc="200" normalizeH="0" baseline="0" noProof="0" dirty="0">
                  <a:ln>
                    <a:noFill/>
                  </a:ln>
                  <a:solidFill>
                    <a:schemeClr val="bg1"/>
                  </a:solidFill>
                  <a:effectLst/>
                  <a:uLnTx/>
                  <a:uFillTx/>
                  <a:latin typeface="等线 Light" panose="02010600030101010101" charset="-122"/>
                  <a:ea typeface="Open Sans Semibold" panose="020B0706030804020204" pitchFamily="34" charset="0"/>
                  <a:cs typeface="Open Sans Semibold" panose="020B0706030804020204" pitchFamily="34" charset="0"/>
                </a:endParaRPr>
              </a:p>
            </p:txBody>
          </p:sp>
          <p:sp>
            <p:nvSpPr>
              <p:cNvPr id="9" name="TextBox 18"/>
              <p:cNvSpPr txBox="1"/>
              <p:nvPr/>
            </p:nvSpPr>
            <p:spPr>
              <a:xfrm>
                <a:off x="7767223" y="1266010"/>
                <a:ext cx="2775753" cy="559833"/>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bg1"/>
                    </a:solidFill>
                    <a:effectLst/>
                    <a:uLnTx/>
                    <a:uFillTx/>
                    <a:latin typeface="等线"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bg1"/>
                  </a:solidFill>
                  <a:effectLst/>
                  <a:uLnTx/>
                  <a:uFillTx/>
                  <a:latin typeface="等线" panose="02010600030101010101" charset="-122"/>
                  <a:ea typeface="思源黑体 CN Light" panose="020B0300000000000000" charset="-122"/>
                  <a:cs typeface="+mj-lt"/>
                </a:endParaRPr>
              </a:p>
            </p:txBody>
          </p:sp>
        </p:grpSp>
        <p:grpSp>
          <p:nvGrpSpPr>
            <p:cNvPr id="13" name="组合 12"/>
            <p:cNvGrpSpPr/>
            <p:nvPr/>
          </p:nvGrpSpPr>
          <p:grpSpPr>
            <a:xfrm>
              <a:off x="6801011" y="4900147"/>
              <a:ext cx="2775753" cy="984994"/>
              <a:chOff x="7767223" y="840849"/>
              <a:chExt cx="2775753" cy="984994"/>
            </a:xfrm>
          </p:grpSpPr>
          <p:sp>
            <p:nvSpPr>
              <p:cNvPr id="14" name="TextBox 17"/>
              <p:cNvSpPr txBox="1"/>
              <p:nvPr/>
            </p:nvSpPr>
            <p:spPr>
              <a:xfrm>
                <a:off x="7767223" y="840849"/>
                <a:ext cx="2359437" cy="3231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500" b="0" i="0" u="none" strike="noStrike" kern="1200" cap="none" spc="200" normalizeH="0" baseline="0" noProof="0" dirty="0">
                    <a:ln>
                      <a:noFill/>
                    </a:ln>
                    <a:solidFill>
                      <a:schemeClr val="bg1"/>
                    </a:solidFill>
                    <a:effectLst/>
                    <a:uLnTx/>
                    <a:uFillTx/>
                    <a:latin typeface="等线 Light" panose="02010600030101010101" charset="-122"/>
                    <a:ea typeface="Open Sans Semibold" panose="020B0706030804020204" pitchFamily="34" charset="0"/>
                    <a:cs typeface="Open Sans Semibold" panose="020B0706030804020204" pitchFamily="34" charset="0"/>
                  </a:rPr>
                  <a:t>EXAMPLE </a:t>
                </a:r>
                <a:r>
                  <a:rPr kumimoji="0" lang="en-US" sz="1500" b="0" i="0" u="none" strike="noStrike" kern="1200" cap="none" spc="200" normalizeH="0" baseline="0" noProof="0">
                    <a:ln>
                      <a:noFill/>
                    </a:ln>
                    <a:solidFill>
                      <a:schemeClr val="bg1"/>
                    </a:solidFill>
                    <a:effectLst/>
                    <a:uLnTx/>
                    <a:uFillTx/>
                    <a:latin typeface="等线 Light" panose="02010600030101010101" charset="-122"/>
                    <a:ea typeface="Open Sans Semibold" panose="020B0706030804020204" pitchFamily="34" charset="0"/>
                    <a:cs typeface="Open Sans Semibold" panose="020B0706030804020204" pitchFamily="34" charset="0"/>
                  </a:rPr>
                  <a:t>TEXT 02</a:t>
                </a:r>
                <a:endParaRPr kumimoji="0" lang="en-US" sz="1500" b="0" i="0" u="none" strike="noStrike" kern="1200" cap="none" spc="200" normalizeH="0" baseline="0" noProof="0" dirty="0">
                  <a:ln>
                    <a:noFill/>
                  </a:ln>
                  <a:solidFill>
                    <a:schemeClr val="bg1"/>
                  </a:solidFill>
                  <a:effectLst/>
                  <a:uLnTx/>
                  <a:uFillTx/>
                  <a:latin typeface="等线 Light" panose="02010600030101010101" charset="-122"/>
                  <a:ea typeface="Open Sans Semibold" panose="020B0706030804020204" pitchFamily="34" charset="0"/>
                  <a:cs typeface="Open Sans Semibold" panose="020B0706030804020204" pitchFamily="34" charset="0"/>
                </a:endParaRPr>
              </a:p>
            </p:txBody>
          </p:sp>
          <p:sp>
            <p:nvSpPr>
              <p:cNvPr id="15" name="TextBox 18"/>
              <p:cNvSpPr txBox="1"/>
              <p:nvPr/>
            </p:nvSpPr>
            <p:spPr>
              <a:xfrm>
                <a:off x="7767223" y="1266010"/>
                <a:ext cx="2775753" cy="559833"/>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bg1"/>
                    </a:solidFill>
                    <a:effectLst/>
                    <a:uLnTx/>
                    <a:uFillTx/>
                    <a:latin typeface="等线"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bg1"/>
                  </a:solidFill>
                  <a:effectLst/>
                  <a:uLnTx/>
                  <a:uFillTx/>
                  <a:latin typeface="等线" panose="02010600030101010101" charset="-122"/>
                  <a:ea typeface="思源黑体 CN Light" panose="020B0300000000000000" charset="-122"/>
                  <a:cs typeface="+mj-lt"/>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grpSp>
        <p:nvGrpSpPr>
          <p:cNvPr id="3" name="组合 2"/>
          <p:cNvGrpSpPr/>
          <p:nvPr/>
        </p:nvGrpSpPr>
        <p:grpSpPr>
          <a:xfrm>
            <a:off x="7023190" y="1345520"/>
            <a:ext cx="3775439" cy="4461055"/>
            <a:chOff x="7023190" y="1345520"/>
            <a:chExt cx="3775439" cy="4461055"/>
          </a:xfrm>
        </p:grpSpPr>
        <p:sp>
          <p:nvSpPr>
            <p:cNvPr id="9" name="TextBox 8"/>
            <p:cNvSpPr txBox="1"/>
            <p:nvPr/>
          </p:nvSpPr>
          <p:spPr>
            <a:xfrm>
              <a:off x="7023190" y="3650683"/>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10" name="TextBox 9"/>
            <p:cNvSpPr txBox="1"/>
            <p:nvPr/>
          </p:nvSpPr>
          <p:spPr>
            <a:xfrm>
              <a:off x="7023190" y="3446262"/>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Creative</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sp>
          <p:nvSpPr>
            <p:cNvPr id="15" name="TextBox 14"/>
            <p:cNvSpPr txBox="1"/>
            <p:nvPr/>
          </p:nvSpPr>
          <p:spPr>
            <a:xfrm>
              <a:off x="7023190" y="2132715"/>
              <a:ext cx="3775439" cy="903902"/>
            </a:xfrm>
            <a:prstGeom prst="rect">
              <a:avLst/>
            </a:prstGeom>
            <a:noFill/>
          </p:spPr>
          <p:txBody>
            <a:bodyPr wrap="square" numCol="1" spcCol="45720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kumimoji="0" lang="zh-CN" altLang="en-US" sz="900" b="0" i="0" u="none" strike="noStrike" kern="1200" cap="none" spc="0" normalizeH="0" baseline="0" noProof="0" dirty="0">
                <a:ln>
                  <a:noFill/>
                </a:ln>
                <a:solidFill>
                  <a:schemeClr val="bg1"/>
                </a:solidFill>
                <a:effectLst/>
                <a:uLnTx/>
                <a:uFillTx/>
                <a:latin typeface="..黑体UI-韩语" pitchFamily="2" charset="-128"/>
                <a:ea typeface="..黑体UI-韩语" pitchFamily="2" charset="-128"/>
                <a:cs typeface="..黑体UI-韩语" pitchFamily="2" charset="-128"/>
              </a:endParaRPr>
            </a:p>
          </p:txBody>
        </p:sp>
        <p:sp>
          <p:nvSpPr>
            <p:cNvPr id="16" name="TextBox 15"/>
            <p:cNvSpPr txBox="1"/>
            <p:nvPr/>
          </p:nvSpPr>
          <p:spPr>
            <a:xfrm>
              <a:off x="7023190" y="1345520"/>
              <a:ext cx="2621851"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2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endParaRPr>
            </a:p>
          </p:txBody>
        </p:sp>
        <p:sp>
          <p:nvSpPr>
            <p:cNvPr id="17" name="TextBox 16"/>
            <p:cNvSpPr txBox="1"/>
            <p:nvPr/>
          </p:nvSpPr>
          <p:spPr>
            <a:xfrm>
              <a:off x="7023190" y="4500585"/>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18" name="TextBox 17"/>
            <p:cNvSpPr txBox="1"/>
            <p:nvPr/>
          </p:nvSpPr>
          <p:spPr>
            <a:xfrm>
              <a:off x="7023190" y="4296164"/>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Design</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sp>
          <p:nvSpPr>
            <p:cNvPr id="19" name="TextBox 18"/>
            <p:cNvSpPr txBox="1"/>
            <p:nvPr/>
          </p:nvSpPr>
          <p:spPr>
            <a:xfrm>
              <a:off x="7023190" y="5350488"/>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20" name="TextBox 19"/>
            <p:cNvSpPr txBox="1"/>
            <p:nvPr/>
          </p:nvSpPr>
          <p:spPr>
            <a:xfrm>
              <a:off x="7023190" y="5146067"/>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Marketing</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grpSp>
      <p:sp>
        <p:nvSpPr>
          <p:cNvPr id="2" name="矩形 1"/>
          <p:cNvSpPr/>
          <p:nvPr/>
        </p:nvSpPr>
        <p:spPr>
          <a:xfrm>
            <a:off x="1139868" y="3106455"/>
            <a:ext cx="2367420" cy="2880986"/>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 name="矩形 11"/>
          <p:cNvSpPr/>
          <p:nvPr/>
        </p:nvSpPr>
        <p:spPr>
          <a:xfrm>
            <a:off x="2905126" y="1241475"/>
            <a:ext cx="2940354" cy="4109013"/>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8" name="矩形: 圆角 7"/>
          <p:cNvSpPr/>
          <p:nvPr/>
        </p:nvSpPr>
        <p:spPr>
          <a:xfrm>
            <a:off x="7417498" y="2434225"/>
            <a:ext cx="3519814" cy="2317315"/>
          </a:xfrm>
          <a:prstGeom prst="roundRect">
            <a:avLst/>
          </a:prstGeom>
          <a:noFill/>
          <a:ln>
            <a:solidFill>
              <a:srgbClr val="BD802F"/>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矩形: 圆角 5"/>
          <p:cNvSpPr/>
          <p:nvPr/>
        </p:nvSpPr>
        <p:spPr>
          <a:xfrm>
            <a:off x="1254690" y="2434225"/>
            <a:ext cx="3519814" cy="2317315"/>
          </a:xfrm>
          <a:prstGeom prst="roundRect">
            <a:avLst/>
          </a:prstGeom>
          <a:noFill/>
          <a:ln>
            <a:solidFill>
              <a:srgbClr val="BD802F"/>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圆角 6"/>
          <p:cNvSpPr/>
          <p:nvPr/>
        </p:nvSpPr>
        <p:spPr>
          <a:xfrm>
            <a:off x="4521896" y="1841327"/>
            <a:ext cx="3519814" cy="2317315"/>
          </a:xfrm>
          <a:prstGeom prst="roundRect">
            <a:avLst/>
          </a:prstGeom>
          <a:solidFill>
            <a:srgbClr val="BD802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p:cNvSpPr/>
          <p:nvPr/>
        </p:nvSpPr>
        <p:spPr>
          <a:xfrm>
            <a:off x="5724395" y="3592882"/>
            <a:ext cx="1158658" cy="1158658"/>
          </a:xfrm>
          <a:prstGeom prst="ellipse">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p:cNvSpPr/>
          <p:nvPr/>
        </p:nvSpPr>
        <p:spPr>
          <a:xfrm>
            <a:off x="2308964" y="4070959"/>
            <a:ext cx="1158658" cy="1158658"/>
          </a:xfrm>
          <a:prstGeom prst="ellipse">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p:cNvSpPr/>
          <p:nvPr/>
        </p:nvSpPr>
        <p:spPr>
          <a:xfrm>
            <a:off x="8773441" y="4158642"/>
            <a:ext cx="1158658" cy="1158658"/>
          </a:xfrm>
          <a:prstGeom prst="ellipse">
            <a:avLst/>
          </a:prstGeom>
          <a:blipFill>
            <a:blip r:embed="rId3"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12" name="组合 11"/>
          <p:cNvGrpSpPr/>
          <p:nvPr/>
        </p:nvGrpSpPr>
        <p:grpSpPr>
          <a:xfrm>
            <a:off x="5192624" y="4971693"/>
            <a:ext cx="2273935" cy="745490"/>
            <a:chOff x="11445" y="674"/>
            <a:chExt cx="3581" cy="1174"/>
          </a:xfrm>
        </p:grpSpPr>
        <p:sp>
          <p:nvSpPr>
            <p:cNvPr id="13" name="文本框 12"/>
            <p:cNvSpPr txBox="1"/>
            <p:nvPr/>
          </p:nvSpPr>
          <p:spPr>
            <a:xfrm>
              <a:off x="11445" y="1202"/>
              <a:ext cx="3581" cy="646"/>
            </a:xfrm>
            <a:prstGeom prst="rect">
              <a:avLst/>
            </a:prstGeom>
            <a:noFill/>
          </p:spPr>
          <p:txBody>
            <a:bodyPr wrap="square"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a:t>
              </a:r>
              <a:endParaRPr kumimoji="0" lang="zh-CN" altLang="en-US" sz="800" b="0" i="0" u="none" strike="noStrike" kern="1200" cap="none" spc="0" normalizeH="0" baseline="0" noProof="0">
                <a:ln>
                  <a:noFill/>
                </a:ln>
                <a:solidFill>
                  <a:schemeClr val="bg1"/>
                </a:solidFill>
                <a:effectLst/>
                <a:uLnTx/>
                <a:uFillTx/>
                <a:latin typeface="等线 Light" panose="02010600030101010101" charset="-122"/>
                <a:ea typeface="思源黑体 CN Light" panose="020B0300000000000000" charset="-122"/>
                <a:cs typeface="+mj-lt"/>
              </a:endParaRPr>
            </a:p>
          </p:txBody>
        </p:sp>
        <p:sp>
          <p:nvSpPr>
            <p:cNvPr id="14" name="文本框 13"/>
            <p:cNvSpPr txBox="1"/>
            <p:nvPr/>
          </p:nvSpPr>
          <p:spPr>
            <a:xfrm>
              <a:off x="11561" y="674"/>
              <a:ext cx="3348"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职业</a:t>
              </a:r>
              <a:r>
                <a:rPr kumimoji="0" lang="en-US" altLang="zh-CN"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a:t>
              </a:r>
              <a:r>
                <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姓名</a:t>
              </a:r>
              <a:endPar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endParaRPr>
            </a:p>
          </p:txBody>
        </p:sp>
      </p:grpSp>
      <p:grpSp>
        <p:nvGrpSpPr>
          <p:cNvPr id="15" name="组合 14"/>
          <p:cNvGrpSpPr/>
          <p:nvPr/>
        </p:nvGrpSpPr>
        <p:grpSpPr>
          <a:xfrm>
            <a:off x="8215802" y="5344438"/>
            <a:ext cx="2273935" cy="745490"/>
            <a:chOff x="11445" y="674"/>
            <a:chExt cx="3581" cy="1174"/>
          </a:xfrm>
        </p:grpSpPr>
        <p:sp>
          <p:nvSpPr>
            <p:cNvPr id="16" name="文本框 15"/>
            <p:cNvSpPr txBox="1"/>
            <p:nvPr/>
          </p:nvSpPr>
          <p:spPr>
            <a:xfrm>
              <a:off x="11445" y="1202"/>
              <a:ext cx="3581" cy="646"/>
            </a:xfrm>
            <a:prstGeom prst="rect">
              <a:avLst/>
            </a:prstGeom>
            <a:noFill/>
          </p:spPr>
          <p:txBody>
            <a:bodyPr wrap="square"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a:t>
              </a:r>
              <a:endParaRPr kumimoji="0" lang="zh-CN" altLang="en-US" sz="800" b="0" i="0" u="none" strike="noStrike" kern="1200" cap="none" spc="0" normalizeH="0" baseline="0" noProof="0">
                <a:ln>
                  <a:noFill/>
                </a:ln>
                <a:solidFill>
                  <a:schemeClr val="bg1"/>
                </a:solidFill>
                <a:effectLst/>
                <a:uLnTx/>
                <a:uFillTx/>
                <a:latin typeface="等线 Light" panose="02010600030101010101" charset="-122"/>
                <a:ea typeface="思源黑体 CN Light" panose="020B0300000000000000" charset="-122"/>
                <a:cs typeface="+mj-lt"/>
              </a:endParaRPr>
            </a:p>
          </p:txBody>
        </p:sp>
        <p:sp>
          <p:nvSpPr>
            <p:cNvPr id="17" name="文本框 16"/>
            <p:cNvSpPr txBox="1"/>
            <p:nvPr/>
          </p:nvSpPr>
          <p:spPr>
            <a:xfrm>
              <a:off x="11561" y="674"/>
              <a:ext cx="3348"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职业</a:t>
              </a:r>
              <a:r>
                <a:rPr kumimoji="0" lang="en-US" altLang="zh-CN"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a:t>
              </a:r>
              <a:r>
                <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姓名</a:t>
              </a:r>
              <a:endPar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endParaRPr>
            </a:p>
          </p:txBody>
        </p:sp>
      </p:grpSp>
      <p:grpSp>
        <p:nvGrpSpPr>
          <p:cNvPr id="18" name="组合 17"/>
          <p:cNvGrpSpPr/>
          <p:nvPr/>
        </p:nvGrpSpPr>
        <p:grpSpPr>
          <a:xfrm>
            <a:off x="1702264" y="5344438"/>
            <a:ext cx="2273935" cy="745490"/>
            <a:chOff x="11445" y="674"/>
            <a:chExt cx="3581" cy="1174"/>
          </a:xfrm>
        </p:grpSpPr>
        <p:sp>
          <p:nvSpPr>
            <p:cNvPr id="19" name="文本框 18"/>
            <p:cNvSpPr txBox="1"/>
            <p:nvPr/>
          </p:nvSpPr>
          <p:spPr>
            <a:xfrm>
              <a:off x="11445" y="1202"/>
              <a:ext cx="3581" cy="646"/>
            </a:xfrm>
            <a:prstGeom prst="rect">
              <a:avLst/>
            </a:prstGeom>
            <a:noFill/>
          </p:spPr>
          <p:txBody>
            <a:bodyPr wrap="square"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a:t>
              </a:r>
              <a:endParaRPr kumimoji="0" lang="zh-CN" altLang="en-US" sz="800" b="0" i="0" u="none" strike="noStrike" kern="1200" cap="none" spc="0" normalizeH="0" baseline="0" noProof="0">
                <a:ln>
                  <a:noFill/>
                </a:ln>
                <a:solidFill>
                  <a:schemeClr val="bg1"/>
                </a:solidFill>
                <a:effectLst/>
                <a:uLnTx/>
                <a:uFillTx/>
                <a:latin typeface="等线 Light" panose="02010600030101010101" charset="-122"/>
                <a:ea typeface="思源黑体 CN Light" panose="020B0300000000000000" charset="-122"/>
                <a:cs typeface="+mj-lt"/>
              </a:endParaRPr>
            </a:p>
          </p:txBody>
        </p:sp>
        <p:sp>
          <p:nvSpPr>
            <p:cNvPr id="20" name="文本框 19"/>
            <p:cNvSpPr txBox="1"/>
            <p:nvPr/>
          </p:nvSpPr>
          <p:spPr>
            <a:xfrm>
              <a:off x="11561" y="674"/>
              <a:ext cx="3348"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职业</a:t>
              </a:r>
              <a:r>
                <a:rPr kumimoji="0" lang="en-US" altLang="zh-CN"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a:t>
              </a:r>
              <a:r>
                <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rPr>
                <a:t>姓名</a:t>
              </a:r>
              <a:endParaRPr kumimoji="0" lang="zh-CN" altLang="en-US" sz="140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cs typeface="+mn-cs"/>
                <a:sym typeface="+mn-ea"/>
              </a:endParaRPr>
            </a:p>
          </p:txBody>
        </p:sp>
      </p:grpSp>
      <p:grpSp>
        <p:nvGrpSpPr>
          <p:cNvPr id="21" name="组合 20"/>
          <p:cNvGrpSpPr/>
          <p:nvPr/>
        </p:nvGrpSpPr>
        <p:grpSpPr>
          <a:xfrm>
            <a:off x="1786184" y="2790840"/>
            <a:ext cx="2273935" cy="1141095"/>
            <a:chOff x="11445" y="554"/>
            <a:chExt cx="3581" cy="1797"/>
          </a:xfrm>
        </p:grpSpPr>
        <p:sp>
          <p:nvSpPr>
            <p:cNvPr id="22" name="文本框 21"/>
            <p:cNvSpPr txBox="1"/>
            <p:nvPr/>
          </p:nvSpPr>
          <p:spPr>
            <a:xfrm>
              <a:off x="11445" y="1202"/>
              <a:ext cx="3581" cy="1149"/>
            </a:xfrm>
            <a:prstGeom prst="rect">
              <a:avLst/>
            </a:prstGeom>
            <a:noFill/>
          </p:spPr>
          <p:txBody>
            <a:bodyPr wrap="square"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23" name="文本框 22"/>
            <p:cNvSpPr txBox="1"/>
            <p:nvPr/>
          </p:nvSpPr>
          <p:spPr>
            <a:xfrm>
              <a:off x="11561" y="554"/>
              <a:ext cx="3348"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solidFill>
                  <a:effectLst/>
                  <a:uLnTx/>
                  <a:uFillTx/>
                  <a:latin typeface="思源黑体 CN Light" panose="020B0300000000000000" charset="-122"/>
                  <a:ea typeface="思源黑体 CN Light" panose="020B0300000000000000" charset="-122"/>
                  <a:cs typeface="+mn-cs"/>
                  <a:sym typeface="+mn-ea"/>
                </a:rPr>
                <a:t>简短的绪论</a:t>
              </a:r>
              <a:endParaRPr kumimoji="0" lang="zh-CN" altLang="en-US" sz="1400" b="0" i="0" u="none" strike="noStrike" kern="1200" cap="none" spc="0" normalizeH="0" baseline="0" noProof="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grpSp>
        <p:nvGrpSpPr>
          <p:cNvPr id="24" name="组合 23"/>
          <p:cNvGrpSpPr/>
          <p:nvPr/>
        </p:nvGrpSpPr>
        <p:grpSpPr>
          <a:xfrm>
            <a:off x="8352543" y="2790840"/>
            <a:ext cx="2273935" cy="1141095"/>
            <a:chOff x="11445" y="554"/>
            <a:chExt cx="3581" cy="1797"/>
          </a:xfrm>
        </p:grpSpPr>
        <p:sp>
          <p:nvSpPr>
            <p:cNvPr id="25" name="文本框 24"/>
            <p:cNvSpPr txBox="1"/>
            <p:nvPr/>
          </p:nvSpPr>
          <p:spPr>
            <a:xfrm>
              <a:off x="11445" y="1202"/>
              <a:ext cx="3581" cy="1149"/>
            </a:xfrm>
            <a:prstGeom prst="rect">
              <a:avLst/>
            </a:prstGeom>
            <a:noFill/>
          </p:spPr>
          <p:txBody>
            <a:bodyPr wrap="square"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26" name="文本框 25"/>
            <p:cNvSpPr txBox="1"/>
            <p:nvPr/>
          </p:nvSpPr>
          <p:spPr>
            <a:xfrm>
              <a:off x="11561" y="554"/>
              <a:ext cx="3348"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solidFill>
                  <a:effectLst/>
                  <a:uLnTx/>
                  <a:uFillTx/>
                  <a:latin typeface="思源黑体 CN Light" panose="020B0300000000000000" charset="-122"/>
                  <a:ea typeface="思源黑体 CN Light" panose="020B0300000000000000" charset="-122"/>
                  <a:cs typeface="+mn-cs"/>
                  <a:sym typeface="+mn-ea"/>
                </a:rPr>
                <a:t>简短的绪论</a:t>
              </a:r>
              <a:endParaRPr kumimoji="0" lang="zh-CN" altLang="en-US" sz="1400" b="0" i="0" u="none" strike="noStrike" kern="1200" cap="none" spc="0" normalizeH="0" baseline="0" noProof="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grpSp>
        <p:nvGrpSpPr>
          <p:cNvPr id="27" name="组合 26"/>
          <p:cNvGrpSpPr/>
          <p:nvPr/>
        </p:nvGrpSpPr>
        <p:grpSpPr>
          <a:xfrm>
            <a:off x="5118329" y="2341710"/>
            <a:ext cx="2273935" cy="1141095"/>
            <a:chOff x="11445" y="554"/>
            <a:chExt cx="3581" cy="1797"/>
          </a:xfrm>
        </p:grpSpPr>
        <p:sp>
          <p:nvSpPr>
            <p:cNvPr id="28" name="文本框 27"/>
            <p:cNvSpPr txBox="1"/>
            <p:nvPr/>
          </p:nvSpPr>
          <p:spPr>
            <a:xfrm>
              <a:off x="11445" y="1202"/>
              <a:ext cx="3581" cy="1149"/>
            </a:xfrm>
            <a:prstGeom prst="rect">
              <a:avLst/>
            </a:prstGeom>
            <a:noFill/>
          </p:spPr>
          <p:txBody>
            <a:bodyPr wrap="square"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29" name="文本框 28"/>
            <p:cNvSpPr txBox="1"/>
            <p:nvPr/>
          </p:nvSpPr>
          <p:spPr>
            <a:xfrm>
              <a:off x="11561" y="554"/>
              <a:ext cx="3348" cy="48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lt1"/>
                  </a:solidFill>
                  <a:effectLst/>
                  <a:uLnTx/>
                  <a:uFillTx/>
                  <a:latin typeface="思源黑体 CN Light" panose="020B0300000000000000" charset="-122"/>
                  <a:ea typeface="思源黑体 CN Light" panose="020B0300000000000000" charset="-122"/>
                  <a:cs typeface="+mn-cs"/>
                  <a:sym typeface="+mn-ea"/>
                </a:rPr>
                <a:t>简短的绪论</a:t>
              </a:r>
              <a:endParaRPr kumimoji="0" lang="zh-CN" altLang="en-US" sz="1400" b="0" i="0" u="none" strike="noStrike" kern="1200" cap="none" spc="0" normalizeH="0" baseline="0" noProof="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grpSp>
        <p:nvGrpSpPr>
          <p:cNvPr id="30" name="组合 29"/>
          <p:cNvGrpSpPr/>
          <p:nvPr/>
        </p:nvGrpSpPr>
        <p:grpSpPr>
          <a:xfrm>
            <a:off x="3467622" y="703189"/>
            <a:ext cx="5358765" cy="894715"/>
            <a:chOff x="5380" y="840"/>
            <a:chExt cx="8439" cy="1409"/>
          </a:xfrm>
        </p:grpSpPr>
        <p:sp>
          <p:nvSpPr>
            <p:cNvPr id="31" name="Google Shape;182;p34"/>
            <p:cNvSpPr txBox="1"/>
            <p:nvPr/>
          </p:nvSpPr>
          <p:spPr>
            <a:xfrm>
              <a:off x="5380" y="1437"/>
              <a:ext cx="8439" cy="812"/>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3060" b="0" i="0" u="none" strike="noStrike" kern="1200" cap="none" spc="0" normalizeH="0" baseline="0" noProof="0" dirty="0">
                  <a:ln>
                    <a:noFill/>
                  </a:ln>
                  <a:solidFill>
                    <a:schemeClr val="bg1"/>
                  </a:solidFill>
                  <a:effectLst/>
                  <a:uLnTx/>
                  <a:uFillTx/>
                  <a:latin typeface="思源黑体 CN Light" panose="020B0300000000000000" charset="-122"/>
                  <a:ea typeface="思源黑体 CN Light" panose="020B0300000000000000" charset="-122"/>
                  <a:sym typeface="+mn-ea"/>
                </a:rPr>
                <a:t>添加此处原有标题</a:t>
              </a:r>
              <a:endParaRPr kumimoji="0" lang="zh-CN" altLang="en-US" sz="3065" b="1" i="0" u="none" strike="noStrike" kern="1200" cap="none" spc="0" normalizeH="0" baseline="0" noProof="0" dirty="0">
                <a:ln>
                  <a:noFill/>
                </a:ln>
                <a:solidFill>
                  <a:schemeClr val="bg1"/>
                </a:solidFill>
                <a:effectLst/>
                <a:uLnTx/>
                <a:uFillTx/>
                <a:latin typeface="等线 Light" panose="02010600030101010101" charset="-122"/>
                <a:ea typeface="宋体" panose="02010600030101010101" pitchFamily="2" charset="-122"/>
                <a:cs typeface="+mj-lt"/>
                <a:sym typeface="Montserrat" panose="00000500000000000000"/>
              </a:endParaRPr>
            </a:p>
          </p:txBody>
        </p:sp>
        <p:sp>
          <p:nvSpPr>
            <p:cNvPr id="32" name="Google Shape;183;p34"/>
            <p:cNvSpPr txBox="1"/>
            <p:nvPr/>
          </p:nvSpPr>
          <p:spPr>
            <a:xfrm>
              <a:off x="6326" y="840"/>
              <a:ext cx="6548" cy="460"/>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GB" sz="1335" b="1" i="0" u="none" strike="noStrike" kern="1200" cap="none" spc="0" normalizeH="0" baseline="0" noProof="0" dirty="0">
                  <a:ln>
                    <a:noFill/>
                  </a:ln>
                  <a:solidFill>
                    <a:schemeClr val="bg1"/>
                  </a:solidFill>
                  <a:effectLst/>
                  <a:uLnTx/>
                  <a:uFillTx/>
                  <a:latin typeface="等线 Light" panose="02010600030101010101" charset="-122"/>
                  <a:ea typeface="Montserrat" panose="00000500000000000000"/>
                  <a:cs typeface="+mj-lt"/>
                  <a:sym typeface="Montserrat" panose="00000500000000000000"/>
                </a:rPr>
                <a:t>TEXT HERE</a:t>
              </a:r>
              <a:endParaRPr kumimoji="0" lang="en-US" altLang="en-GB" sz="1335" b="1" i="0" u="none" strike="noStrike" kern="1200" cap="none" spc="0" normalizeH="0" baseline="0" noProof="0" dirty="0">
                <a:ln>
                  <a:noFill/>
                </a:ln>
                <a:solidFill>
                  <a:schemeClr val="bg1"/>
                </a:solidFill>
                <a:effectLst/>
                <a:uLnTx/>
                <a:uFillTx/>
                <a:latin typeface="等线 Light" panose="02010600030101010101" charset="-122"/>
                <a:ea typeface="Montserrat" panose="00000500000000000000"/>
                <a:cs typeface="+mj-lt"/>
                <a:sym typeface="Montserrat" panose="00000500000000000000"/>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graphicFrame>
        <p:nvGraphicFramePr>
          <p:cNvPr id="12" name="Chart 11"/>
          <p:cNvGraphicFramePr/>
          <p:nvPr/>
        </p:nvGraphicFramePr>
        <p:xfrm>
          <a:off x="5925653" y="1318482"/>
          <a:ext cx="5388343" cy="4498143"/>
        </p:xfrm>
        <a:graphic>
          <a:graphicData uri="http://schemas.openxmlformats.org/drawingml/2006/chart">
            <c:chart xmlns:c="http://schemas.openxmlformats.org/drawingml/2006/chart" xmlns:r="http://schemas.openxmlformats.org/officeDocument/2006/relationships" r:id="rId1"/>
          </a:graphicData>
        </a:graphic>
      </p:graphicFrame>
      <p:grpSp>
        <p:nvGrpSpPr>
          <p:cNvPr id="13" name="组合 12"/>
          <p:cNvGrpSpPr/>
          <p:nvPr/>
        </p:nvGrpSpPr>
        <p:grpSpPr>
          <a:xfrm>
            <a:off x="1524264" y="1345520"/>
            <a:ext cx="3775439" cy="4461055"/>
            <a:chOff x="7023190" y="1345520"/>
            <a:chExt cx="3775439" cy="4461055"/>
          </a:xfrm>
        </p:grpSpPr>
        <p:sp>
          <p:nvSpPr>
            <p:cNvPr id="21" name="TextBox 8"/>
            <p:cNvSpPr txBox="1"/>
            <p:nvPr/>
          </p:nvSpPr>
          <p:spPr>
            <a:xfrm>
              <a:off x="7023190" y="3650683"/>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22" name="TextBox 9"/>
            <p:cNvSpPr txBox="1"/>
            <p:nvPr/>
          </p:nvSpPr>
          <p:spPr>
            <a:xfrm>
              <a:off x="7023190" y="3446262"/>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Creative</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sp>
          <p:nvSpPr>
            <p:cNvPr id="23" name="TextBox 14"/>
            <p:cNvSpPr txBox="1"/>
            <p:nvPr/>
          </p:nvSpPr>
          <p:spPr>
            <a:xfrm>
              <a:off x="7023190" y="2132715"/>
              <a:ext cx="3775439" cy="903902"/>
            </a:xfrm>
            <a:prstGeom prst="rect">
              <a:avLst/>
            </a:prstGeom>
            <a:noFill/>
          </p:spPr>
          <p:txBody>
            <a:bodyPr wrap="square" numCol="1" spcCol="45720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kumimoji="0" lang="zh-CN" altLang="en-US" sz="900" b="0" i="0" u="none" strike="noStrike" kern="1200" cap="none" spc="0" normalizeH="0" baseline="0" noProof="0" dirty="0">
                <a:ln>
                  <a:noFill/>
                </a:ln>
                <a:solidFill>
                  <a:schemeClr val="bg1"/>
                </a:solidFill>
                <a:effectLst/>
                <a:uLnTx/>
                <a:uFillTx/>
                <a:latin typeface="..黑体UI-韩语" pitchFamily="2" charset="-128"/>
                <a:ea typeface="..黑体UI-韩语" pitchFamily="2" charset="-128"/>
                <a:cs typeface="..黑体UI-韩语" pitchFamily="2" charset="-128"/>
              </a:endParaRPr>
            </a:p>
          </p:txBody>
        </p:sp>
        <p:sp>
          <p:nvSpPr>
            <p:cNvPr id="24" name="TextBox 15"/>
            <p:cNvSpPr txBox="1"/>
            <p:nvPr/>
          </p:nvSpPr>
          <p:spPr>
            <a:xfrm>
              <a:off x="7023190" y="1345520"/>
              <a:ext cx="2621851"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黑体UI-日本语" pitchFamily="2" charset="-128"/>
                  <a:ea typeface="..黑体UI-日本语" pitchFamily="2" charset="-128"/>
                  <a:cs typeface="..黑体UI-日本语" pitchFamily="2" charset="-128"/>
                  <a:sym typeface="+mn-ea"/>
                </a:rPr>
                <a:t>添加此处原有标题</a:t>
              </a:r>
              <a:endParaRPr kumimoji="0" lang="zh-CN" altLang="en-US" sz="2400" b="0" i="0" u="none" strike="noStrike" kern="1200" cap="none" spc="0" normalizeH="0" baseline="0" noProof="0" dirty="0">
                <a:ln>
                  <a:noFill/>
                </a:ln>
                <a:solidFill>
                  <a:schemeClr val="bg1"/>
                </a:solidFill>
                <a:effectLst/>
                <a:uLnTx/>
                <a:uFillTx/>
                <a:latin typeface="..黑体UI-日本语" pitchFamily="2" charset="-128"/>
                <a:ea typeface="..黑体UI-日本语" pitchFamily="2" charset="-128"/>
                <a:cs typeface="..黑体UI-日本语" pitchFamily="2" charset="-128"/>
              </a:endParaRPr>
            </a:p>
          </p:txBody>
        </p:sp>
        <p:sp>
          <p:nvSpPr>
            <p:cNvPr id="25" name="TextBox 16"/>
            <p:cNvSpPr txBox="1"/>
            <p:nvPr/>
          </p:nvSpPr>
          <p:spPr>
            <a:xfrm>
              <a:off x="7023190" y="4500585"/>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26" name="TextBox 17"/>
            <p:cNvSpPr txBox="1"/>
            <p:nvPr/>
          </p:nvSpPr>
          <p:spPr>
            <a:xfrm>
              <a:off x="7023190" y="4296164"/>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Design</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sp>
          <p:nvSpPr>
            <p:cNvPr id="27" name="TextBox 18"/>
            <p:cNvSpPr txBox="1"/>
            <p:nvPr/>
          </p:nvSpPr>
          <p:spPr>
            <a:xfrm>
              <a:off x="7023190" y="5350488"/>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28" name="TextBox 19"/>
            <p:cNvSpPr txBox="1"/>
            <p:nvPr/>
          </p:nvSpPr>
          <p:spPr>
            <a:xfrm>
              <a:off x="7023190" y="5146067"/>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Marketing</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4" name="矩形 3"/>
          <p:cNvSpPr/>
          <p:nvPr/>
        </p:nvSpPr>
        <p:spPr>
          <a:xfrm>
            <a:off x="6450904" y="682668"/>
            <a:ext cx="4947781" cy="5492664"/>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1524264" y="1345520"/>
            <a:ext cx="4142194" cy="4461055"/>
            <a:chOff x="7023190" y="1345520"/>
            <a:chExt cx="4142194" cy="4461055"/>
          </a:xfrm>
        </p:grpSpPr>
        <p:sp>
          <p:nvSpPr>
            <p:cNvPr id="6" name="TextBox 8"/>
            <p:cNvSpPr txBox="1"/>
            <p:nvPr/>
          </p:nvSpPr>
          <p:spPr>
            <a:xfrm>
              <a:off x="7903751" y="3650683"/>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7" name="TextBox 9"/>
            <p:cNvSpPr txBox="1"/>
            <p:nvPr/>
          </p:nvSpPr>
          <p:spPr>
            <a:xfrm>
              <a:off x="7903751" y="3446262"/>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Creative</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sp>
          <p:nvSpPr>
            <p:cNvPr id="8" name="TextBox 14"/>
            <p:cNvSpPr txBox="1"/>
            <p:nvPr/>
          </p:nvSpPr>
          <p:spPr>
            <a:xfrm>
              <a:off x="7023190" y="2132715"/>
              <a:ext cx="3775439" cy="903902"/>
            </a:xfrm>
            <a:prstGeom prst="rect">
              <a:avLst/>
            </a:prstGeom>
            <a:noFill/>
          </p:spPr>
          <p:txBody>
            <a:bodyPr wrap="square" numCol="1" spcCol="45720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kumimoji="0" lang="zh-CN" altLang="en-US" sz="900" b="0" i="0" u="none" strike="noStrike" kern="1200" cap="none" spc="0" normalizeH="0" baseline="0" noProof="0" dirty="0">
                <a:ln>
                  <a:noFill/>
                </a:ln>
                <a:solidFill>
                  <a:schemeClr val="bg1"/>
                </a:solidFill>
                <a:effectLst/>
                <a:uLnTx/>
                <a:uFillTx/>
                <a:latin typeface="..黑体UI-韩语" pitchFamily="2" charset="-128"/>
                <a:ea typeface="..黑体UI-韩语" pitchFamily="2" charset="-128"/>
                <a:cs typeface="..黑体UI-韩语" pitchFamily="2" charset="-128"/>
              </a:endParaRPr>
            </a:p>
          </p:txBody>
        </p:sp>
        <p:sp>
          <p:nvSpPr>
            <p:cNvPr id="9" name="TextBox 15"/>
            <p:cNvSpPr txBox="1"/>
            <p:nvPr/>
          </p:nvSpPr>
          <p:spPr>
            <a:xfrm>
              <a:off x="7023190" y="1345520"/>
              <a:ext cx="2621851"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chemeClr val="bg1"/>
                  </a:solidFill>
                  <a:effectLst/>
                  <a:uLnTx/>
                  <a:uFillTx/>
                  <a:latin typeface="..黑体UI-日本语" pitchFamily="2" charset="-128"/>
                  <a:ea typeface="..黑体UI-日本语" pitchFamily="2" charset="-128"/>
                  <a:cs typeface="..黑体UI-日本语" pitchFamily="2" charset="-128"/>
                  <a:sym typeface="+mn-ea"/>
                </a:rPr>
                <a:t>添加此处原有标题</a:t>
              </a:r>
              <a:endParaRPr kumimoji="0" lang="zh-CN" altLang="en-US" sz="2400" b="0" i="0" u="none" strike="noStrike" kern="1200" cap="none" spc="0" normalizeH="0" baseline="0" noProof="0" dirty="0">
                <a:ln>
                  <a:noFill/>
                </a:ln>
                <a:solidFill>
                  <a:schemeClr val="bg1"/>
                </a:solidFill>
                <a:effectLst/>
                <a:uLnTx/>
                <a:uFillTx/>
                <a:latin typeface="..黑体UI-日本语" pitchFamily="2" charset="-128"/>
                <a:ea typeface="..黑体UI-日本语" pitchFamily="2" charset="-128"/>
                <a:cs typeface="..黑体UI-日本语" pitchFamily="2" charset="-128"/>
              </a:endParaRPr>
            </a:p>
          </p:txBody>
        </p:sp>
        <p:sp>
          <p:nvSpPr>
            <p:cNvPr id="10" name="TextBox 16"/>
            <p:cNvSpPr txBox="1"/>
            <p:nvPr/>
          </p:nvSpPr>
          <p:spPr>
            <a:xfrm>
              <a:off x="7855693" y="4500585"/>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11" name="TextBox 17"/>
            <p:cNvSpPr txBox="1"/>
            <p:nvPr/>
          </p:nvSpPr>
          <p:spPr>
            <a:xfrm>
              <a:off x="7855693" y="4296164"/>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Design</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sp>
          <p:nvSpPr>
            <p:cNvPr id="12" name="TextBox 18"/>
            <p:cNvSpPr txBox="1"/>
            <p:nvPr/>
          </p:nvSpPr>
          <p:spPr>
            <a:xfrm>
              <a:off x="7855693" y="5350488"/>
              <a:ext cx="3261633"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bg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bg1"/>
                </a:solidFill>
                <a:effectLst/>
                <a:uLnTx/>
                <a:uFillTx/>
                <a:latin typeface="Montserrat Light" pitchFamily="50" charset="0"/>
                <a:ea typeface="Open Sans" panose="020B0606030504020204" pitchFamily="34" charset="0"/>
                <a:cs typeface="Open Sans" panose="020B0606030504020204" pitchFamily="34" charset="0"/>
              </a:endParaRPr>
            </a:p>
          </p:txBody>
        </p:sp>
        <p:sp>
          <p:nvSpPr>
            <p:cNvPr id="13" name="TextBox 19"/>
            <p:cNvSpPr txBox="1"/>
            <p:nvPr/>
          </p:nvSpPr>
          <p:spPr>
            <a:xfrm>
              <a:off x="7855693" y="5146067"/>
              <a:ext cx="880561" cy="230832"/>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rPr>
                <a:t>Marketing</a:t>
              </a:r>
              <a:endParaRPr kumimoji="0" lang="en-US" sz="900" b="0" i="0" u="none" strike="noStrike" kern="1200" cap="none" spc="100" normalizeH="0" baseline="0" noProof="0" dirty="0">
                <a:ln>
                  <a:noFill/>
                </a:ln>
                <a:solidFill>
                  <a:schemeClr val="bg1"/>
                </a:solidFill>
                <a:effectLst/>
                <a:uLnTx/>
                <a:uFillTx/>
                <a:latin typeface="等线 Light" panose="02010600030101010101" charset="-122"/>
                <a:ea typeface="Montserrat Black" panose="00000A00000000000000" charset="0"/>
                <a:cs typeface="Montserrat Black" panose="00000A00000000000000" charset="0"/>
              </a:endParaRPr>
            </a:p>
          </p:txBody>
        </p:sp>
      </p:grpSp>
      <p:sp>
        <p:nvSpPr>
          <p:cNvPr id="14" name="Freeform 213"/>
          <p:cNvSpPr>
            <a:spLocks noEditPoints="1"/>
          </p:cNvSpPr>
          <p:nvPr/>
        </p:nvSpPr>
        <p:spPr bwMode="auto">
          <a:xfrm>
            <a:off x="1718483" y="5376899"/>
            <a:ext cx="209935" cy="278706"/>
          </a:xfrm>
          <a:custGeom>
            <a:avLst/>
            <a:gdLst>
              <a:gd name="T0" fmla="*/ 20 w 22"/>
              <a:gd name="T1" fmla="*/ 29 h 29"/>
              <a:gd name="T2" fmla="*/ 0 w 22"/>
              <a:gd name="T3" fmla="*/ 2 h 29"/>
              <a:gd name="T4" fmla="*/ 22 w 22"/>
              <a:gd name="T5" fmla="*/ 2 h 29"/>
              <a:gd name="T6" fmla="*/ 17 w 22"/>
              <a:gd name="T7" fmla="*/ 6 h 29"/>
              <a:gd name="T8" fmla="*/ 16 w 22"/>
              <a:gd name="T9" fmla="*/ 4 h 29"/>
              <a:gd name="T10" fmla="*/ 16 w 22"/>
              <a:gd name="T11" fmla="*/ 6 h 29"/>
              <a:gd name="T12" fmla="*/ 18 w 22"/>
              <a:gd name="T13" fmla="*/ 7 h 29"/>
              <a:gd name="T14" fmla="*/ 18 w 22"/>
              <a:gd name="T15" fmla="*/ 4 h 29"/>
              <a:gd name="T16" fmla="*/ 16 w 22"/>
              <a:gd name="T17" fmla="*/ 4 h 29"/>
              <a:gd name="T18" fmla="*/ 16 w 22"/>
              <a:gd name="T19" fmla="*/ 24 h 29"/>
              <a:gd name="T20" fmla="*/ 15 w 22"/>
              <a:gd name="T21" fmla="*/ 22 h 29"/>
              <a:gd name="T22" fmla="*/ 15 w 22"/>
              <a:gd name="T23" fmla="*/ 23 h 29"/>
              <a:gd name="T24" fmla="*/ 18 w 22"/>
              <a:gd name="T25" fmla="*/ 23 h 29"/>
              <a:gd name="T26" fmla="*/ 16 w 22"/>
              <a:gd name="T27" fmla="*/ 21 h 29"/>
              <a:gd name="T28" fmla="*/ 16 w 22"/>
              <a:gd name="T29" fmla="*/ 21 h 29"/>
              <a:gd name="T30" fmla="*/ 20 w 22"/>
              <a:gd name="T31" fmla="*/ 7 h 29"/>
              <a:gd name="T32" fmla="*/ 20 w 22"/>
              <a:gd name="T33" fmla="*/ 3 h 29"/>
              <a:gd name="T34" fmla="*/ 2 w 22"/>
              <a:gd name="T35" fmla="*/ 7 h 29"/>
              <a:gd name="T36" fmla="*/ 6 w 22"/>
              <a:gd name="T37" fmla="*/ 16 h 29"/>
              <a:gd name="T38" fmla="*/ 7 w 22"/>
              <a:gd name="T39" fmla="*/ 14 h 29"/>
              <a:gd name="T40" fmla="*/ 8 w 22"/>
              <a:gd name="T41" fmla="*/ 14 h 29"/>
              <a:gd name="T42" fmla="*/ 7 w 22"/>
              <a:gd name="T43" fmla="*/ 13 h 29"/>
              <a:gd name="T44" fmla="*/ 6 w 22"/>
              <a:gd name="T45" fmla="*/ 13 h 29"/>
              <a:gd name="T46" fmla="*/ 4 w 22"/>
              <a:gd name="T47" fmla="*/ 14 h 29"/>
              <a:gd name="T48" fmla="*/ 6 w 22"/>
              <a:gd name="T49" fmla="*/ 14 h 29"/>
              <a:gd name="T50" fmla="*/ 5 w 22"/>
              <a:gd name="T51" fmla="*/ 24 h 29"/>
              <a:gd name="T52" fmla="*/ 6 w 22"/>
              <a:gd name="T53" fmla="*/ 23 h 29"/>
              <a:gd name="T54" fmla="*/ 7 w 22"/>
              <a:gd name="T55" fmla="*/ 24 h 29"/>
              <a:gd name="T56" fmla="*/ 7 w 22"/>
              <a:gd name="T57" fmla="*/ 22 h 29"/>
              <a:gd name="T58" fmla="*/ 7 w 22"/>
              <a:gd name="T59" fmla="*/ 22 h 29"/>
              <a:gd name="T60" fmla="*/ 5 w 22"/>
              <a:gd name="T61" fmla="*/ 22 h 29"/>
              <a:gd name="T62" fmla="*/ 6 w 22"/>
              <a:gd name="T63" fmla="*/ 23 h 29"/>
              <a:gd name="T64" fmla="*/ 14 w 22"/>
              <a:gd name="T65" fmla="*/ 14 h 29"/>
              <a:gd name="T66" fmla="*/ 17 w 22"/>
              <a:gd name="T67" fmla="*/ 14 h 29"/>
              <a:gd name="T68" fmla="*/ 17 w 22"/>
              <a:gd name="T69" fmla="*/ 14 h 29"/>
              <a:gd name="T70" fmla="*/ 3 w 22"/>
              <a:gd name="T71" fmla="*/ 11 h 29"/>
              <a:gd name="T72" fmla="*/ 3 w 22"/>
              <a:gd name="T73" fmla="*/ 17 h 29"/>
              <a:gd name="T74" fmla="*/ 10 w 22"/>
              <a:gd name="T75" fmla="*/ 11 h 29"/>
              <a:gd name="T76" fmla="*/ 13 w 22"/>
              <a:gd name="T77" fmla="*/ 11 h 29"/>
              <a:gd name="T78" fmla="*/ 13 w 22"/>
              <a:gd name="T79" fmla="*/ 17 h 29"/>
              <a:gd name="T80" fmla="*/ 20 w 22"/>
              <a:gd name="T81" fmla="*/ 11 h 29"/>
              <a:gd name="T82" fmla="*/ 10 w 22"/>
              <a:gd name="T83" fmla="*/ 26 h 29"/>
              <a:gd name="T84" fmla="*/ 10 w 22"/>
              <a:gd name="T85" fmla="*/ 19 h 29"/>
              <a:gd name="T86" fmla="*/ 2 w 22"/>
              <a:gd name="T87" fmla="*/ 26 h 29"/>
              <a:gd name="T88" fmla="*/ 20 w 22"/>
              <a:gd name="T89" fmla="*/ 26 h 29"/>
              <a:gd name="T90" fmla="*/ 20 w 22"/>
              <a:gd name="T91" fmla="*/ 19 h 29"/>
              <a:gd name="T92" fmla="*/ 12 w 22"/>
              <a:gd name="T93"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 h="29">
                <a:moveTo>
                  <a:pt x="22" y="2"/>
                </a:moveTo>
                <a:cubicBezTo>
                  <a:pt x="22" y="11"/>
                  <a:pt x="22" y="19"/>
                  <a:pt x="22" y="27"/>
                </a:cubicBezTo>
                <a:cubicBezTo>
                  <a:pt x="22" y="28"/>
                  <a:pt x="22" y="29"/>
                  <a:pt x="20" y="29"/>
                </a:cubicBezTo>
                <a:cubicBezTo>
                  <a:pt x="14" y="29"/>
                  <a:pt x="8" y="29"/>
                  <a:pt x="2" y="29"/>
                </a:cubicBezTo>
                <a:cubicBezTo>
                  <a:pt x="1" y="29"/>
                  <a:pt x="0" y="28"/>
                  <a:pt x="0" y="27"/>
                </a:cubicBezTo>
                <a:cubicBezTo>
                  <a:pt x="0" y="19"/>
                  <a:pt x="0" y="11"/>
                  <a:pt x="0" y="2"/>
                </a:cubicBezTo>
                <a:cubicBezTo>
                  <a:pt x="0" y="1"/>
                  <a:pt x="1" y="0"/>
                  <a:pt x="2" y="0"/>
                </a:cubicBezTo>
                <a:cubicBezTo>
                  <a:pt x="8" y="0"/>
                  <a:pt x="14" y="0"/>
                  <a:pt x="20" y="0"/>
                </a:cubicBezTo>
                <a:cubicBezTo>
                  <a:pt x="22" y="0"/>
                  <a:pt x="22" y="1"/>
                  <a:pt x="22" y="2"/>
                </a:cubicBezTo>
                <a:close/>
                <a:moveTo>
                  <a:pt x="18" y="4"/>
                </a:moveTo>
                <a:cubicBezTo>
                  <a:pt x="17" y="4"/>
                  <a:pt x="17" y="4"/>
                  <a:pt x="17" y="4"/>
                </a:cubicBezTo>
                <a:cubicBezTo>
                  <a:pt x="17" y="6"/>
                  <a:pt x="17" y="6"/>
                  <a:pt x="17" y="6"/>
                </a:cubicBezTo>
                <a:cubicBezTo>
                  <a:pt x="18" y="6"/>
                  <a:pt x="18" y="6"/>
                  <a:pt x="18" y="6"/>
                </a:cubicBezTo>
                <a:cubicBezTo>
                  <a:pt x="18" y="4"/>
                  <a:pt x="18" y="4"/>
                  <a:pt x="18" y="4"/>
                </a:cubicBezTo>
                <a:close/>
                <a:moveTo>
                  <a:pt x="16" y="4"/>
                </a:moveTo>
                <a:cubicBezTo>
                  <a:pt x="16" y="4"/>
                  <a:pt x="16" y="4"/>
                  <a:pt x="16" y="4"/>
                </a:cubicBezTo>
                <a:cubicBezTo>
                  <a:pt x="16" y="4"/>
                  <a:pt x="16" y="4"/>
                  <a:pt x="16" y="4"/>
                </a:cubicBezTo>
                <a:cubicBezTo>
                  <a:pt x="16" y="6"/>
                  <a:pt x="16" y="6"/>
                  <a:pt x="16" y="6"/>
                </a:cubicBezTo>
                <a:cubicBezTo>
                  <a:pt x="16" y="7"/>
                  <a:pt x="16" y="7"/>
                  <a:pt x="16" y="7"/>
                </a:cubicBezTo>
                <a:cubicBezTo>
                  <a:pt x="16" y="7"/>
                  <a:pt x="16" y="7"/>
                  <a:pt x="16" y="7"/>
                </a:cubicBezTo>
                <a:cubicBezTo>
                  <a:pt x="18" y="7"/>
                  <a:pt x="18" y="7"/>
                  <a:pt x="18" y="7"/>
                </a:cubicBezTo>
                <a:cubicBezTo>
                  <a:pt x="18" y="7"/>
                  <a:pt x="18" y="7"/>
                  <a:pt x="18" y="6"/>
                </a:cubicBezTo>
                <a:cubicBezTo>
                  <a:pt x="18" y="6"/>
                  <a:pt x="18" y="6"/>
                  <a:pt x="18" y="6"/>
                </a:cubicBezTo>
                <a:cubicBezTo>
                  <a:pt x="18" y="4"/>
                  <a:pt x="18" y="4"/>
                  <a:pt x="18" y="4"/>
                </a:cubicBezTo>
                <a:cubicBezTo>
                  <a:pt x="18" y="4"/>
                  <a:pt x="18" y="4"/>
                  <a:pt x="18" y="4"/>
                </a:cubicBezTo>
                <a:cubicBezTo>
                  <a:pt x="18" y="4"/>
                  <a:pt x="18" y="4"/>
                  <a:pt x="18" y="4"/>
                </a:cubicBezTo>
                <a:cubicBezTo>
                  <a:pt x="16" y="4"/>
                  <a:pt x="16" y="4"/>
                  <a:pt x="16" y="4"/>
                </a:cubicBezTo>
                <a:close/>
                <a:moveTo>
                  <a:pt x="16" y="24"/>
                </a:moveTo>
                <a:cubicBezTo>
                  <a:pt x="16" y="24"/>
                  <a:pt x="16" y="24"/>
                  <a:pt x="16" y="24"/>
                </a:cubicBezTo>
                <a:cubicBezTo>
                  <a:pt x="16" y="24"/>
                  <a:pt x="16" y="24"/>
                  <a:pt x="16" y="24"/>
                </a:cubicBezTo>
                <a:cubicBezTo>
                  <a:pt x="16" y="24"/>
                  <a:pt x="16" y="24"/>
                  <a:pt x="16" y="24"/>
                </a:cubicBezTo>
                <a:cubicBezTo>
                  <a:pt x="16" y="24"/>
                  <a:pt x="16" y="24"/>
                  <a:pt x="16" y="24"/>
                </a:cubicBezTo>
                <a:close/>
                <a:moveTo>
                  <a:pt x="15" y="22"/>
                </a:moveTo>
                <a:cubicBezTo>
                  <a:pt x="14" y="22"/>
                  <a:pt x="14" y="23"/>
                  <a:pt x="14" y="23"/>
                </a:cubicBezTo>
                <a:cubicBezTo>
                  <a:pt x="14" y="23"/>
                  <a:pt x="14" y="23"/>
                  <a:pt x="14" y="23"/>
                </a:cubicBezTo>
                <a:cubicBezTo>
                  <a:pt x="14" y="23"/>
                  <a:pt x="14" y="23"/>
                  <a:pt x="15" y="23"/>
                </a:cubicBezTo>
                <a:cubicBezTo>
                  <a:pt x="17" y="23"/>
                  <a:pt x="17" y="23"/>
                  <a:pt x="17" y="23"/>
                </a:cubicBezTo>
                <a:cubicBezTo>
                  <a:pt x="18" y="23"/>
                  <a:pt x="18" y="23"/>
                  <a:pt x="18" y="23"/>
                </a:cubicBezTo>
                <a:cubicBezTo>
                  <a:pt x="18" y="23"/>
                  <a:pt x="18" y="23"/>
                  <a:pt x="18" y="23"/>
                </a:cubicBezTo>
                <a:cubicBezTo>
                  <a:pt x="18" y="23"/>
                  <a:pt x="18" y="22"/>
                  <a:pt x="17" y="22"/>
                </a:cubicBezTo>
                <a:cubicBezTo>
                  <a:pt x="15" y="22"/>
                  <a:pt x="15" y="22"/>
                  <a:pt x="15" y="22"/>
                </a:cubicBezTo>
                <a:close/>
                <a:moveTo>
                  <a:pt x="16" y="21"/>
                </a:moveTo>
                <a:cubicBezTo>
                  <a:pt x="16" y="21"/>
                  <a:pt x="16" y="21"/>
                  <a:pt x="16" y="21"/>
                </a:cubicBezTo>
                <a:cubicBezTo>
                  <a:pt x="16" y="22"/>
                  <a:pt x="16" y="22"/>
                  <a:pt x="16" y="22"/>
                </a:cubicBezTo>
                <a:cubicBezTo>
                  <a:pt x="16" y="22"/>
                  <a:pt x="16" y="22"/>
                  <a:pt x="16" y="21"/>
                </a:cubicBezTo>
                <a:cubicBezTo>
                  <a:pt x="16" y="21"/>
                  <a:pt x="16" y="21"/>
                  <a:pt x="16" y="21"/>
                </a:cubicBezTo>
                <a:close/>
                <a:moveTo>
                  <a:pt x="3" y="7"/>
                </a:moveTo>
                <a:cubicBezTo>
                  <a:pt x="20" y="7"/>
                  <a:pt x="20" y="7"/>
                  <a:pt x="20" y="7"/>
                </a:cubicBezTo>
                <a:cubicBezTo>
                  <a:pt x="20" y="7"/>
                  <a:pt x="20" y="7"/>
                  <a:pt x="20" y="7"/>
                </a:cubicBezTo>
                <a:cubicBezTo>
                  <a:pt x="20" y="3"/>
                  <a:pt x="20" y="3"/>
                  <a:pt x="20" y="3"/>
                </a:cubicBezTo>
                <a:cubicBezTo>
                  <a:pt x="20" y="3"/>
                  <a:pt x="20" y="3"/>
                  <a:pt x="20" y="3"/>
                </a:cubicBezTo>
                <a:cubicBezTo>
                  <a:pt x="3" y="3"/>
                  <a:pt x="3" y="3"/>
                  <a:pt x="3" y="3"/>
                </a:cubicBezTo>
                <a:cubicBezTo>
                  <a:pt x="2" y="3"/>
                  <a:pt x="2" y="3"/>
                  <a:pt x="2" y="3"/>
                </a:cubicBezTo>
                <a:cubicBezTo>
                  <a:pt x="2" y="7"/>
                  <a:pt x="2" y="7"/>
                  <a:pt x="2" y="7"/>
                </a:cubicBezTo>
                <a:cubicBezTo>
                  <a:pt x="2" y="7"/>
                  <a:pt x="2" y="7"/>
                  <a:pt x="3" y="7"/>
                </a:cubicBezTo>
                <a:close/>
                <a:moveTo>
                  <a:pt x="6" y="15"/>
                </a:moveTo>
                <a:cubicBezTo>
                  <a:pt x="6" y="16"/>
                  <a:pt x="6" y="16"/>
                  <a:pt x="6" y="16"/>
                </a:cubicBezTo>
                <a:cubicBezTo>
                  <a:pt x="6" y="16"/>
                  <a:pt x="6" y="16"/>
                  <a:pt x="6" y="16"/>
                </a:cubicBezTo>
                <a:cubicBezTo>
                  <a:pt x="6" y="16"/>
                  <a:pt x="7" y="16"/>
                  <a:pt x="7" y="15"/>
                </a:cubicBezTo>
                <a:cubicBezTo>
                  <a:pt x="7" y="14"/>
                  <a:pt x="7" y="14"/>
                  <a:pt x="7" y="14"/>
                </a:cubicBezTo>
                <a:cubicBezTo>
                  <a:pt x="8" y="14"/>
                  <a:pt x="8" y="14"/>
                  <a:pt x="8" y="14"/>
                </a:cubicBezTo>
                <a:cubicBezTo>
                  <a:pt x="8" y="14"/>
                  <a:pt x="8" y="14"/>
                  <a:pt x="8" y="14"/>
                </a:cubicBezTo>
                <a:cubicBezTo>
                  <a:pt x="8" y="14"/>
                  <a:pt x="8" y="14"/>
                  <a:pt x="8" y="14"/>
                </a:cubicBezTo>
                <a:cubicBezTo>
                  <a:pt x="8" y="14"/>
                  <a:pt x="8" y="14"/>
                  <a:pt x="8" y="14"/>
                </a:cubicBezTo>
                <a:cubicBezTo>
                  <a:pt x="7" y="14"/>
                  <a:pt x="7" y="14"/>
                  <a:pt x="7" y="14"/>
                </a:cubicBezTo>
                <a:cubicBezTo>
                  <a:pt x="7" y="13"/>
                  <a:pt x="7" y="13"/>
                  <a:pt x="7" y="13"/>
                </a:cubicBezTo>
                <a:cubicBezTo>
                  <a:pt x="7" y="13"/>
                  <a:pt x="6" y="12"/>
                  <a:pt x="6" y="12"/>
                </a:cubicBezTo>
                <a:cubicBezTo>
                  <a:pt x="6" y="12"/>
                  <a:pt x="6" y="12"/>
                  <a:pt x="6" y="12"/>
                </a:cubicBezTo>
                <a:cubicBezTo>
                  <a:pt x="6" y="12"/>
                  <a:pt x="6" y="13"/>
                  <a:pt x="6" y="13"/>
                </a:cubicBezTo>
                <a:cubicBezTo>
                  <a:pt x="6" y="14"/>
                  <a:pt x="6" y="14"/>
                  <a:pt x="6" y="14"/>
                </a:cubicBezTo>
                <a:cubicBezTo>
                  <a:pt x="5" y="14"/>
                  <a:pt x="5" y="14"/>
                  <a:pt x="5" y="14"/>
                </a:cubicBezTo>
                <a:cubicBezTo>
                  <a:pt x="5" y="14"/>
                  <a:pt x="4" y="14"/>
                  <a:pt x="4" y="14"/>
                </a:cubicBezTo>
                <a:cubicBezTo>
                  <a:pt x="4" y="14"/>
                  <a:pt x="4" y="14"/>
                  <a:pt x="4" y="14"/>
                </a:cubicBezTo>
                <a:cubicBezTo>
                  <a:pt x="4" y="14"/>
                  <a:pt x="5" y="14"/>
                  <a:pt x="5" y="14"/>
                </a:cubicBezTo>
                <a:cubicBezTo>
                  <a:pt x="6" y="14"/>
                  <a:pt x="6" y="14"/>
                  <a:pt x="6" y="14"/>
                </a:cubicBezTo>
                <a:cubicBezTo>
                  <a:pt x="6" y="15"/>
                  <a:pt x="6" y="15"/>
                  <a:pt x="6" y="15"/>
                </a:cubicBezTo>
                <a:close/>
                <a:moveTo>
                  <a:pt x="5" y="23"/>
                </a:moveTo>
                <a:cubicBezTo>
                  <a:pt x="5" y="24"/>
                  <a:pt x="5" y="24"/>
                  <a:pt x="5" y="24"/>
                </a:cubicBezTo>
                <a:cubicBezTo>
                  <a:pt x="5" y="24"/>
                  <a:pt x="5" y="24"/>
                  <a:pt x="5" y="24"/>
                </a:cubicBezTo>
                <a:cubicBezTo>
                  <a:pt x="5" y="24"/>
                  <a:pt x="5" y="24"/>
                  <a:pt x="5" y="24"/>
                </a:cubicBezTo>
                <a:cubicBezTo>
                  <a:pt x="6" y="23"/>
                  <a:pt x="6" y="23"/>
                  <a:pt x="6" y="23"/>
                </a:cubicBezTo>
                <a:cubicBezTo>
                  <a:pt x="7" y="24"/>
                  <a:pt x="7" y="24"/>
                  <a:pt x="7" y="24"/>
                </a:cubicBezTo>
                <a:cubicBezTo>
                  <a:pt x="7" y="24"/>
                  <a:pt x="7" y="24"/>
                  <a:pt x="7" y="24"/>
                </a:cubicBezTo>
                <a:cubicBezTo>
                  <a:pt x="7" y="24"/>
                  <a:pt x="7" y="24"/>
                  <a:pt x="7" y="24"/>
                </a:cubicBezTo>
                <a:cubicBezTo>
                  <a:pt x="8" y="24"/>
                  <a:pt x="8" y="24"/>
                  <a:pt x="7" y="24"/>
                </a:cubicBezTo>
                <a:cubicBezTo>
                  <a:pt x="7" y="23"/>
                  <a:pt x="7" y="23"/>
                  <a:pt x="7" y="23"/>
                </a:cubicBezTo>
                <a:cubicBezTo>
                  <a:pt x="7" y="22"/>
                  <a:pt x="7" y="22"/>
                  <a:pt x="7" y="22"/>
                </a:cubicBezTo>
                <a:cubicBezTo>
                  <a:pt x="8" y="22"/>
                  <a:pt x="8" y="22"/>
                  <a:pt x="7" y="22"/>
                </a:cubicBezTo>
                <a:cubicBezTo>
                  <a:pt x="7" y="22"/>
                  <a:pt x="7" y="22"/>
                  <a:pt x="7" y="22"/>
                </a:cubicBezTo>
                <a:cubicBezTo>
                  <a:pt x="7" y="21"/>
                  <a:pt x="7" y="21"/>
                  <a:pt x="7" y="22"/>
                </a:cubicBezTo>
                <a:cubicBezTo>
                  <a:pt x="6" y="22"/>
                  <a:pt x="6" y="22"/>
                  <a:pt x="6" y="22"/>
                </a:cubicBezTo>
                <a:cubicBezTo>
                  <a:pt x="5" y="22"/>
                  <a:pt x="5" y="22"/>
                  <a:pt x="5" y="22"/>
                </a:cubicBezTo>
                <a:cubicBezTo>
                  <a:pt x="5" y="21"/>
                  <a:pt x="5" y="21"/>
                  <a:pt x="5" y="22"/>
                </a:cubicBezTo>
                <a:cubicBezTo>
                  <a:pt x="5" y="22"/>
                  <a:pt x="5" y="22"/>
                  <a:pt x="5" y="22"/>
                </a:cubicBezTo>
                <a:cubicBezTo>
                  <a:pt x="5" y="22"/>
                  <a:pt x="5" y="22"/>
                  <a:pt x="5" y="22"/>
                </a:cubicBezTo>
                <a:cubicBezTo>
                  <a:pt x="6" y="23"/>
                  <a:pt x="6" y="23"/>
                  <a:pt x="6" y="23"/>
                </a:cubicBezTo>
                <a:cubicBezTo>
                  <a:pt x="5" y="23"/>
                  <a:pt x="5" y="23"/>
                  <a:pt x="5" y="23"/>
                </a:cubicBezTo>
                <a:close/>
                <a:moveTo>
                  <a:pt x="15" y="14"/>
                </a:moveTo>
                <a:cubicBezTo>
                  <a:pt x="14" y="14"/>
                  <a:pt x="14" y="14"/>
                  <a:pt x="14" y="14"/>
                </a:cubicBezTo>
                <a:cubicBezTo>
                  <a:pt x="14" y="14"/>
                  <a:pt x="14" y="14"/>
                  <a:pt x="14" y="14"/>
                </a:cubicBezTo>
                <a:cubicBezTo>
                  <a:pt x="14" y="14"/>
                  <a:pt x="14" y="14"/>
                  <a:pt x="15" y="14"/>
                </a:cubicBezTo>
                <a:cubicBezTo>
                  <a:pt x="17" y="14"/>
                  <a:pt x="17" y="14"/>
                  <a:pt x="17" y="14"/>
                </a:cubicBezTo>
                <a:cubicBezTo>
                  <a:pt x="18" y="14"/>
                  <a:pt x="18" y="14"/>
                  <a:pt x="18" y="14"/>
                </a:cubicBezTo>
                <a:cubicBezTo>
                  <a:pt x="18" y="14"/>
                  <a:pt x="18" y="14"/>
                  <a:pt x="18" y="14"/>
                </a:cubicBezTo>
                <a:cubicBezTo>
                  <a:pt x="18" y="14"/>
                  <a:pt x="18" y="14"/>
                  <a:pt x="17" y="14"/>
                </a:cubicBezTo>
                <a:cubicBezTo>
                  <a:pt x="15" y="14"/>
                  <a:pt x="15" y="14"/>
                  <a:pt x="15" y="14"/>
                </a:cubicBezTo>
                <a:close/>
                <a:moveTo>
                  <a:pt x="10" y="11"/>
                </a:moveTo>
                <a:cubicBezTo>
                  <a:pt x="3" y="11"/>
                  <a:pt x="3" y="11"/>
                  <a:pt x="3" y="11"/>
                </a:cubicBezTo>
                <a:cubicBezTo>
                  <a:pt x="2" y="11"/>
                  <a:pt x="2" y="11"/>
                  <a:pt x="2" y="11"/>
                </a:cubicBezTo>
                <a:cubicBezTo>
                  <a:pt x="2" y="17"/>
                  <a:pt x="2" y="17"/>
                  <a:pt x="2" y="17"/>
                </a:cubicBezTo>
                <a:cubicBezTo>
                  <a:pt x="2" y="17"/>
                  <a:pt x="2" y="17"/>
                  <a:pt x="3" y="17"/>
                </a:cubicBezTo>
                <a:cubicBezTo>
                  <a:pt x="10" y="17"/>
                  <a:pt x="10" y="17"/>
                  <a:pt x="10" y="17"/>
                </a:cubicBezTo>
                <a:cubicBezTo>
                  <a:pt x="10" y="17"/>
                  <a:pt x="10" y="17"/>
                  <a:pt x="10" y="17"/>
                </a:cubicBezTo>
                <a:cubicBezTo>
                  <a:pt x="10" y="11"/>
                  <a:pt x="10" y="11"/>
                  <a:pt x="10" y="11"/>
                </a:cubicBezTo>
                <a:cubicBezTo>
                  <a:pt x="10" y="11"/>
                  <a:pt x="10" y="11"/>
                  <a:pt x="10" y="11"/>
                </a:cubicBezTo>
                <a:close/>
                <a:moveTo>
                  <a:pt x="20" y="11"/>
                </a:moveTo>
                <a:cubicBezTo>
                  <a:pt x="13" y="11"/>
                  <a:pt x="13" y="11"/>
                  <a:pt x="13" y="11"/>
                </a:cubicBezTo>
                <a:cubicBezTo>
                  <a:pt x="12" y="11"/>
                  <a:pt x="12" y="11"/>
                  <a:pt x="12" y="11"/>
                </a:cubicBezTo>
                <a:cubicBezTo>
                  <a:pt x="12" y="17"/>
                  <a:pt x="12" y="17"/>
                  <a:pt x="12" y="17"/>
                </a:cubicBezTo>
                <a:cubicBezTo>
                  <a:pt x="12" y="17"/>
                  <a:pt x="12" y="17"/>
                  <a:pt x="13" y="17"/>
                </a:cubicBezTo>
                <a:cubicBezTo>
                  <a:pt x="20" y="17"/>
                  <a:pt x="20" y="17"/>
                  <a:pt x="20" y="17"/>
                </a:cubicBezTo>
                <a:cubicBezTo>
                  <a:pt x="20" y="17"/>
                  <a:pt x="20" y="17"/>
                  <a:pt x="20" y="17"/>
                </a:cubicBezTo>
                <a:cubicBezTo>
                  <a:pt x="20" y="11"/>
                  <a:pt x="20" y="11"/>
                  <a:pt x="20" y="11"/>
                </a:cubicBezTo>
                <a:cubicBezTo>
                  <a:pt x="20" y="11"/>
                  <a:pt x="20" y="11"/>
                  <a:pt x="20" y="11"/>
                </a:cubicBezTo>
                <a:close/>
                <a:moveTo>
                  <a:pt x="3" y="26"/>
                </a:moveTo>
                <a:cubicBezTo>
                  <a:pt x="10" y="26"/>
                  <a:pt x="10" y="26"/>
                  <a:pt x="10" y="26"/>
                </a:cubicBezTo>
                <a:cubicBezTo>
                  <a:pt x="10" y="26"/>
                  <a:pt x="10" y="26"/>
                  <a:pt x="10" y="26"/>
                </a:cubicBezTo>
                <a:cubicBezTo>
                  <a:pt x="10" y="20"/>
                  <a:pt x="10" y="20"/>
                  <a:pt x="10" y="20"/>
                </a:cubicBezTo>
                <a:cubicBezTo>
                  <a:pt x="10" y="19"/>
                  <a:pt x="10" y="19"/>
                  <a:pt x="10" y="19"/>
                </a:cubicBezTo>
                <a:cubicBezTo>
                  <a:pt x="3" y="19"/>
                  <a:pt x="3" y="19"/>
                  <a:pt x="3" y="19"/>
                </a:cubicBezTo>
                <a:cubicBezTo>
                  <a:pt x="2" y="19"/>
                  <a:pt x="2" y="19"/>
                  <a:pt x="2" y="20"/>
                </a:cubicBezTo>
                <a:cubicBezTo>
                  <a:pt x="2" y="26"/>
                  <a:pt x="2" y="26"/>
                  <a:pt x="2" y="26"/>
                </a:cubicBezTo>
                <a:cubicBezTo>
                  <a:pt x="2" y="26"/>
                  <a:pt x="2" y="26"/>
                  <a:pt x="3" y="26"/>
                </a:cubicBezTo>
                <a:close/>
                <a:moveTo>
                  <a:pt x="13" y="26"/>
                </a:moveTo>
                <a:cubicBezTo>
                  <a:pt x="20" y="26"/>
                  <a:pt x="20" y="26"/>
                  <a:pt x="20" y="26"/>
                </a:cubicBezTo>
                <a:cubicBezTo>
                  <a:pt x="20" y="26"/>
                  <a:pt x="20" y="26"/>
                  <a:pt x="20" y="26"/>
                </a:cubicBezTo>
                <a:cubicBezTo>
                  <a:pt x="20" y="20"/>
                  <a:pt x="20" y="20"/>
                  <a:pt x="20" y="20"/>
                </a:cubicBezTo>
                <a:cubicBezTo>
                  <a:pt x="20" y="19"/>
                  <a:pt x="20" y="19"/>
                  <a:pt x="20" y="19"/>
                </a:cubicBezTo>
                <a:cubicBezTo>
                  <a:pt x="13" y="19"/>
                  <a:pt x="13" y="19"/>
                  <a:pt x="13" y="19"/>
                </a:cubicBezTo>
                <a:cubicBezTo>
                  <a:pt x="12" y="19"/>
                  <a:pt x="12" y="19"/>
                  <a:pt x="12" y="20"/>
                </a:cubicBezTo>
                <a:cubicBezTo>
                  <a:pt x="12" y="26"/>
                  <a:pt x="12" y="26"/>
                  <a:pt x="12" y="26"/>
                </a:cubicBezTo>
                <a:cubicBezTo>
                  <a:pt x="12" y="26"/>
                  <a:pt x="12" y="26"/>
                  <a:pt x="13" y="26"/>
                </a:cubicBezTo>
                <a:close/>
              </a:path>
            </a:pathLst>
          </a:custGeom>
          <a:solidFill>
            <a:schemeClr val="accent4">
              <a:lumMod val="60000"/>
              <a:lumOff val="40000"/>
            </a:schemeClr>
          </a:solidFill>
          <a:ln>
            <a:noFill/>
          </a:ln>
        </p:spPr>
        <p:txBody>
          <a:bodyPr vert="horz" wrap="square" lIns="121889" tIns="60944" rIns="121889" bIns="6094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a:ln>
                <a:noFill/>
              </a:ln>
              <a:solidFill>
                <a:schemeClr val="bg1"/>
              </a:solidFill>
              <a:effectLst/>
              <a:uLnTx/>
              <a:uFillTx/>
              <a:latin typeface="等线" panose="02010600030101010101" charset="-122"/>
              <a:ea typeface="+mn-ea"/>
              <a:cs typeface="+mn-cs"/>
            </a:endParaRPr>
          </a:p>
        </p:txBody>
      </p:sp>
      <p:sp>
        <p:nvSpPr>
          <p:cNvPr id="15" name="Freeform 227"/>
          <p:cNvSpPr>
            <a:spLocks noEditPoints="1"/>
          </p:cNvSpPr>
          <p:nvPr/>
        </p:nvSpPr>
        <p:spPr bwMode="auto">
          <a:xfrm>
            <a:off x="1661809" y="4532663"/>
            <a:ext cx="278706" cy="278706"/>
          </a:xfrm>
          <a:custGeom>
            <a:avLst/>
            <a:gdLst>
              <a:gd name="T0" fmla="*/ 15 w 29"/>
              <a:gd name="T1" fmla="*/ 0 h 29"/>
              <a:gd name="T2" fmla="*/ 13 w 29"/>
              <a:gd name="T3" fmla="*/ 14 h 29"/>
              <a:gd name="T4" fmla="*/ 13 w 29"/>
              <a:gd name="T5" fmla="*/ 15 h 29"/>
              <a:gd name="T6" fmla="*/ 12 w 29"/>
              <a:gd name="T7" fmla="*/ 15 h 29"/>
              <a:gd name="T8" fmla="*/ 10 w 29"/>
              <a:gd name="T9" fmla="*/ 15 h 29"/>
              <a:gd name="T10" fmla="*/ 9 w 29"/>
              <a:gd name="T11" fmla="*/ 15 h 29"/>
              <a:gd name="T12" fmla="*/ 8 w 29"/>
              <a:gd name="T13" fmla="*/ 14 h 29"/>
              <a:gd name="T14" fmla="*/ 8 w 29"/>
              <a:gd name="T15" fmla="*/ 11 h 29"/>
              <a:gd name="T16" fmla="*/ 8 w 29"/>
              <a:gd name="T17" fmla="*/ 10 h 29"/>
              <a:gd name="T18" fmla="*/ 9 w 29"/>
              <a:gd name="T19" fmla="*/ 9 h 29"/>
              <a:gd name="T20" fmla="*/ 9 w 29"/>
              <a:gd name="T21" fmla="*/ 9 h 29"/>
              <a:gd name="T22" fmla="*/ 9 w 29"/>
              <a:gd name="T23" fmla="*/ 9 h 29"/>
              <a:gd name="T24" fmla="*/ 10 w 29"/>
              <a:gd name="T25" fmla="*/ 9 h 29"/>
              <a:gd name="T26" fmla="*/ 12 w 29"/>
              <a:gd name="T27" fmla="*/ 9 h 29"/>
              <a:gd name="T28" fmla="*/ 13 w 29"/>
              <a:gd name="T29" fmla="*/ 10 h 29"/>
              <a:gd name="T30" fmla="*/ 13 w 29"/>
              <a:gd name="T31" fmla="*/ 10 h 29"/>
              <a:gd name="T32" fmla="*/ 10 w 29"/>
              <a:gd name="T33" fmla="*/ 13 h 29"/>
              <a:gd name="T34" fmla="*/ 10 w 29"/>
              <a:gd name="T35" fmla="*/ 13 h 29"/>
              <a:gd name="T36" fmla="*/ 10 w 29"/>
              <a:gd name="T37" fmla="*/ 13 h 29"/>
              <a:gd name="T38" fmla="*/ 10 w 29"/>
              <a:gd name="T39" fmla="*/ 13 h 29"/>
              <a:gd name="T40" fmla="*/ 10 w 29"/>
              <a:gd name="T41" fmla="*/ 13 h 29"/>
              <a:gd name="T42" fmla="*/ 10 w 29"/>
              <a:gd name="T43" fmla="*/ 11 h 29"/>
              <a:gd name="T44" fmla="*/ 10 w 29"/>
              <a:gd name="T45" fmla="*/ 10 h 29"/>
              <a:gd name="T46" fmla="*/ 10 w 29"/>
              <a:gd name="T47" fmla="*/ 10 h 29"/>
              <a:gd name="T48" fmla="*/ 11 w 29"/>
              <a:gd name="T49" fmla="*/ 10 h 29"/>
              <a:gd name="T50" fmla="*/ 12 w 29"/>
              <a:gd name="T51" fmla="*/ 10 h 29"/>
              <a:gd name="T52" fmla="*/ 12 w 29"/>
              <a:gd name="T53" fmla="*/ 11 h 29"/>
              <a:gd name="T54" fmla="*/ 12 w 29"/>
              <a:gd name="T55" fmla="*/ 11 h 29"/>
              <a:gd name="T56" fmla="*/ 12 w 29"/>
              <a:gd name="T57" fmla="*/ 13 h 29"/>
              <a:gd name="T58" fmla="*/ 12 w 29"/>
              <a:gd name="T59" fmla="*/ 13 h 29"/>
              <a:gd name="T60" fmla="*/ 11 w 29"/>
              <a:gd name="T61" fmla="*/ 13 h 29"/>
              <a:gd name="T62" fmla="*/ 19 w 29"/>
              <a:gd name="T63" fmla="*/ 9 h 29"/>
              <a:gd name="T64" fmla="*/ 12 w 29"/>
              <a:gd name="T65" fmla="*/ 21 h 29"/>
              <a:gd name="T66" fmla="*/ 10 w 29"/>
              <a:gd name="T67" fmla="*/ 20 h 29"/>
              <a:gd name="T68" fmla="*/ 18 w 29"/>
              <a:gd name="T69" fmla="*/ 9 h 29"/>
              <a:gd name="T70" fmla="*/ 19 w 29"/>
              <a:gd name="T71" fmla="*/ 9 h 29"/>
              <a:gd name="T72" fmla="*/ 22 w 29"/>
              <a:gd name="T73" fmla="*/ 19 h 29"/>
              <a:gd name="T74" fmla="*/ 21 w 29"/>
              <a:gd name="T75" fmla="*/ 20 h 29"/>
              <a:gd name="T76" fmla="*/ 21 w 29"/>
              <a:gd name="T77" fmla="*/ 20 h 29"/>
              <a:gd name="T78" fmla="*/ 20 w 29"/>
              <a:gd name="T79" fmla="*/ 21 h 29"/>
              <a:gd name="T80" fmla="*/ 18 w 29"/>
              <a:gd name="T81" fmla="*/ 21 h 29"/>
              <a:gd name="T82" fmla="*/ 17 w 29"/>
              <a:gd name="T83" fmla="*/ 20 h 29"/>
              <a:gd name="T84" fmla="*/ 16 w 29"/>
              <a:gd name="T85" fmla="*/ 20 h 29"/>
              <a:gd name="T86" fmla="*/ 16 w 29"/>
              <a:gd name="T87" fmla="*/ 17 h 29"/>
              <a:gd name="T88" fmla="*/ 16 w 29"/>
              <a:gd name="T89" fmla="*/ 15 h 29"/>
              <a:gd name="T90" fmla="*/ 17 w 29"/>
              <a:gd name="T91" fmla="*/ 15 h 29"/>
              <a:gd name="T92" fmla="*/ 19 w 29"/>
              <a:gd name="T93" fmla="*/ 14 h 29"/>
              <a:gd name="T94" fmla="*/ 20 w 29"/>
              <a:gd name="T95" fmla="*/ 14 h 29"/>
              <a:gd name="T96" fmla="*/ 21 w 29"/>
              <a:gd name="T97" fmla="*/ 15 h 29"/>
              <a:gd name="T98" fmla="*/ 22 w 29"/>
              <a:gd name="T99" fmla="*/ 16 h 29"/>
              <a:gd name="T100" fmla="*/ 18 w 29"/>
              <a:gd name="T101" fmla="*/ 19 h 29"/>
              <a:gd name="T102" fmla="*/ 18 w 29"/>
              <a:gd name="T103" fmla="*/ 18 h 29"/>
              <a:gd name="T104" fmla="*/ 18 w 29"/>
              <a:gd name="T105" fmla="*/ 16 h 29"/>
              <a:gd name="T106" fmla="*/ 19 w 29"/>
              <a:gd name="T107" fmla="*/ 16 h 29"/>
              <a:gd name="T108" fmla="*/ 20 w 29"/>
              <a:gd name="T109" fmla="*/ 16 h 29"/>
              <a:gd name="T110" fmla="*/ 20 w 29"/>
              <a:gd name="T111" fmla="*/ 19 h 29"/>
              <a:gd name="T112" fmla="*/ 15 w 29"/>
              <a:gd name="T113" fmla="*/ 4 h 29"/>
              <a:gd name="T114" fmla="*/ 15 w 29"/>
              <a:gd name="T115"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 h="29">
                <a:moveTo>
                  <a:pt x="15" y="0"/>
                </a:moveTo>
                <a:cubicBezTo>
                  <a:pt x="7" y="0"/>
                  <a:pt x="0" y="7"/>
                  <a:pt x="0" y="15"/>
                </a:cubicBezTo>
                <a:cubicBezTo>
                  <a:pt x="0" y="23"/>
                  <a:pt x="7" y="29"/>
                  <a:pt x="15" y="29"/>
                </a:cubicBezTo>
                <a:cubicBezTo>
                  <a:pt x="23" y="29"/>
                  <a:pt x="29" y="23"/>
                  <a:pt x="29" y="15"/>
                </a:cubicBezTo>
                <a:cubicBezTo>
                  <a:pt x="29" y="7"/>
                  <a:pt x="23" y="0"/>
                  <a:pt x="15" y="0"/>
                </a:cubicBezTo>
                <a:close/>
                <a:moveTo>
                  <a:pt x="14" y="11"/>
                </a:moveTo>
                <a:cubicBezTo>
                  <a:pt x="14" y="12"/>
                  <a:pt x="14" y="12"/>
                  <a:pt x="14" y="12"/>
                </a:cubicBezTo>
                <a:cubicBezTo>
                  <a:pt x="14" y="13"/>
                  <a:pt x="14" y="13"/>
                  <a:pt x="14" y="13"/>
                </a:cubicBezTo>
                <a:cubicBezTo>
                  <a:pt x="13" y="13"/>
                  <a:pt x="13" y="13"/>
                  <a:pt x="13" y="13"/>
                </a:cubicBezTo>
                <a:cubicBezTo>
                  <a:pt x="13" y="14"/>
                  <a:pt x="13" y="14"/>
                  <a:pt x="13" y="14"/>
                </a:cubicBezTo>
                <a:cubicBezTo>
                  <a:pt x="13" y="14"/>
                  <a:pt x="13" y="14"/>
                  <a:pt x="13" y="14"/>
                </a:cubicBezTo>
                <a:cubicBezTo>
                  <a:pt x="13" y="14"/>
                  <a:pt x="13" y="14"/>
                  <a:pt x="13" y="14"/>
                </a:cubicBezTo>
                <a:cubicBezTo>
                  <a:pt x="13" y="14"/>
                  <a:pt x="13" y="14"/>
                  <a:pt x="13" y="14"/>
                </a:cubicBezTo>
                <a:cubicBezTo>
                  <a:pt x="13" y="14"/>
                  <a:pt x="13" y="14"/>
                  <a:pt x="13" y="14"/>
                </a:cubicBezTo>
                <a:cubicBezTo>
                  <a:pt x="13" y="14"/>
                  <a:pt x="13" y="15"/>
                  <a:pt x="13" y="15"/>
                </a:cubicBezTo>
                <a:cubicBezTo>
                  <a:pt x="13" y="15"/>
                  <a:pt x="13" y="15"/>
                  <a:pt x="13" y="15"/>
                </a:cubicBezTo>
                <a:cubicBezTo>
                  <a:pt x="13" y="15"/>
                  <a:pt x="13" y="15"/>
                  <a:pt x="13" y="15"/>
                </a:cubicBezTo>
                <a:cubicBezTo>
                  <a:pt x="12" y="15"/>
                  <a:pt x="12" y="15"/>
                  <a:pt x="12" y="15"/>
                </a:cubicBezTo>
                <a:cubicBezTo>
                  <a:pt x="12" y="15"/>
                  <a:pt x="12" y="15"/>
                  <a:pt x="12" y="15"/>
                </a:cubicBezTo>
                <a:cubicBezTo>
                  <a:pt x="12" y="15"/>
                  <a:pt x="12" y="15"/>
                  <a:pt x="12" y="15"/>
                </a:cubicBezTo>
                <a:cubicBezTo>
                  <a:pt x="12" y="15"/>
                  <a:pt x="12" y="15"/>
                  <a:pt x="12" y="15"/>
                </a:cubicBezTo>
                <a:cubicBezTo>
                  <a:pt x="12" y="15"/>
                  <a:pt x="12" y="15"/>
                  <a:pt x="12" y="15"/>
                </a:cubicBezTo>
                <a:cubicBezTo>
                  <a:pt x="11" y="15"/>
                  <a:pt x="11" y="15"/>
                  <a:pt x="11" y="15"/>
                </a:cubicBezTo>
                <a:cubicBezTo>
                  <a:pt x="11" y="15"/>
                  <a:pt x="11" y="15"/>
                  <a:pt x="11" y="15"/>
                </a:cubicBezTo>
                <a:cubicBezTo>
                  <a:pt x="11" y="15"/>
                  <a:pt x="10" y="15"/>
                  <a:pt x="10" y="15"/>
                </a:cubicBezTo>
                <a:cubicBezTo>
                  <a:pt x="10" y="15"/>
                  <a:pt x="10" y="15"/>
                  <a:pt x="10" y="15"/>
                </a:cubicBezTo>
                <a:cubicBezTo>
                  <a:pt x="10" y="15"/>
                  <a:pt x="10" y="15"/>
                  <a:pt x="10" y="15"/>
                </a:cubicBezTo>
                <a:cubicBezTo>
                  <a:pt x="10" y="15"/>
                  <a:pt x="10" y="15"/>
                  <a:pt x="10" y="15"/>
                </a:cubicBezTo>
                <a:cubicBezTo>
                  <a:pt x="9" y="15"/>
                  <a:pt x="9" y="15"/>
                  <a:pt x="9" y="15"/>
                </a:cubicBezTo>
                <a:cubicBezTo>
                  <a:pt x="9" y="15"/>
                  <a:pt x="9" y="15"/>
                  <a:pt x="9" y="15"/>
                </a:cubicBezTo>
                <a:cubicBezTo>
                  <a:pt x="9" y="15"/>
                  <a:pt x="9" y="15"/>
                  <a:pt x="9" y="15"/>
                </a:cubicBezTo>
                <a:cubicBezTo>
                  <a:pt x="9" y="14"/>
                  <a:pt x="8" y="14"/>
                  <a:pt x="8" y="14"/>
                </a:cubicBezTo>
                <a:cubicBezTo>
                  <a:pt x="8" y="14"/>
                  <a:pt x="8" y="14"/>
                  <a:pt x="8" y="14"/>
                </a:cubicBezTo>
                <a:cubicBezTo>
                  <a:pt x="8" y="14"/>
                  <a:pt x="8" y="14"/>
                  <a:pt x="8" y="14"/>
                </a:cubicBezTo>
                <a:cubicBezTo>
                  <a:pt x="8" y="14"/>
                  <a:pt x="8" y="14"/>
                  <a:pt x="8" y="14"/>
                </a:cubicBezTo>
                <a:cubicBezTo>
                  <a:pt x="8" y="14"/>
                  <a:pt x="8" y="14"/>
                  <a:pt x="8" y="14"/>
                </a:cubicBezTo>
                <a:cubicBezTo>
                  <a:pt x="8" y="14"/>
                  <a:pt x="8" y="13"/>
                  <a:pt x="8" y="13"/>
                </a:cubicBezTo>
                <a:cubicBezTo>
                  <a:pt x="8" y="13"/>
                  <a:pt x="8" y="13"/>
                  <a:pt x="8" y="13"/>
                </a:cubicBezTo>
                <a:cubicBezTo>
                  <a:pt x="8" y="13"/>
                  <a:pt x="8" y="13"/>
                  <a:pt x="8" y="12"/>
                </a:cubicBezTo>
                <a:cubicBezTo>
                  <a:pt x="8" y="11"/>
                  <a:pt x="8" y="11"/>
                  <a:pt x="8" y="11"/>
                </a:cubicBezTo>
                <a:cubicBezTo>
                  <a:pt x="8" y="11"/>
                  <a:pt x="8" y="11"/>
                  <a:pt x="8" y="11"/>
                </a:cubicBezTo>
                <a:cubicBezTo>
                  <a:pt x="8" y="11"/>
                  <a:pt x="8" y="11"/>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9"/>
                  <a:pt x="8" y="9"/>
                </a:cubicBezTo>
                <a:cubicBezTo>
                  <a:pt x="8" y="9"/>
                  <a:pt x="8" y="9"/>
                  <a:pt x="8" y="9"/>
                </a:cubicBezTo>
                <a:cubicBezTo>
                  <a:pt x="8"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10" y="9"/>
                </a:cubicBezTo>
                <a:cubicBezTo>
                  <a:pt x="10" y="9"/>
                  <a:pt x="10" y="9"/>
                  <a:pt x="10" y="9"/>
                </a:cubicBezTo>
                <a:cubicBezTo>
                  <a:pt x="10" y="9"/>
                  <a:pt x="10" y="9"/>
                  <a:pt x="10" y="9"/>
                </a:cubicBezTo>
                <a:cubicBezTo>
                  <a:pt x="10" y="9"/>
                  <a:pt x="10" y="9"/>
                  <a:pt x="10" y="9"/>
                </a:cubicBezTo>
                <a:cubicBezTo>
                  <a:pt x="10" y="9"/>
                  <a:pt x="11" y="9"/>
                  <a:pt x="11" y="9"/>
                </a:cubicBezTo>
                <a:cubicBezTo>
                  <a:pt x="11" y="9"/>
                  <a:pt x="11" y="9"/>
                  <a:pt x="12" y="9"/>
                </a:cubicBezTo>
                <a:cubicBezTo>
                  <a:pt x="12" y="9"/>
                  <a:pt x="12" y="9"/>
                  <a:pt x="12" y="9"/>
                </a:cubicBezTo>
                <a:cubicBezTo>
                  <a:pt x="12" y="9"/>
                  <a:pt x="12" y="9"/>
                  <a:pt x="12" y="9"/>
                </a:cubicBezTo>
                <a:cubicBezTo>
                  <a:pt x="12" y="9"/>
                  <a:pt x="12" y="9"/>
                  <a:pt x="12" y="9"/>
                </a:cubicBezTo>
                <a:cubicBezTo>
                  <a:pt x="12" y="9"/>
                  <a:pt x="12" y="9"/>
                  <a:pt x="13" y="9"/>
                </a:cubicBezTo>
                <a:cubicBezTo>
                  <a:pt x="13" y="9"/>
                  <a:pt x="13" y="9"/>
                  <a:pt x="13" y="9"/>
                </a:cubicBezTo>
                <a:cubicBezTo>
                  <a:pt x="13" y="9"/>
                  <a:pt x="13" y="9"/>
                  <a:pt x="13" y="9"/>
                </a:cubicBezTo>
                <a:cubicBezTo>
                  <a:pt x="13" y="9"/>
                  <a:pt x="13" y="10"/>
                  <a:pt x="13" y="10"/>
                </a:cubicBezTo>
                <a:cubicBezTo>
                  <a:pt x="13" y="10"/>
                  <a:pt x="13" y="10"/>
                  <a:pt x="13" y="10"/>
                </a:cubicBezTo>
                <a:cubicBezTo>
                  <a:pt x="13" y="10"/>
                  <a:pt x="13" y="10"/>
                  <a:pt x="13" y="10"/>
                </a:cubicBezTo>
                <a:cubicBezTo>
                  <a:pt x="13" y="10"/>
                  <a:pt x="13" y="10"/>
                  <a:pt x="13" y="10"/>
                </a:cubicBezTo>
                <a:cubicBezTo>
                  <a:pt x="13" y="10"/>
                  <a:pt x="13" y="10"/>
                  <a:pt x="13" y="10"/>
                </a:cubicBezTo>
                <a:cubicBezTo>
                  <a:pt x="13" y="10"/>
                  <a:pt x="13" y="10"/>
                  <a:pt x="13" y="10"/>
                </a:cubicBezTo>
                <a:cubicBezTo>
                  <a:pt x="13" y="10"/>
                  <a:pt x="13" y="10"/>
                  <a:pt x="13" y="10"/>
                </a:cubicBezTo>
                <a:cubicBezTo>
                  <a:pt x="13" y="11"/>
                  <a:pt x="13" y="11"/>
                  <a:pt x="14" y="11"/>
                </a:cubicBezTo>
                <a:cubicBezTo>
                  <a:pt x="14" y="11"/>
                  <a:pt x="14" y="11"/>
                  <a:pt x="14" y="11"/>
                </a:cubicBezTo>
                <a:cubicBezTo>
                  <a:pt x="14" y="11"/>
                  <a:pt x="14" y="11"/>
                  <a:pt x="14" y="11"/>
                </a:cubicBezTo>
                <a:close/>
                <a:moveTo>
                  <a:pt x="11" y="13"/>
                </a:moveTo>
                <a:cubicBezTo>
                  <a:pt x="11" y="13"/>
                  <a:pt x="11"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3"/>
                  <a:pt x="10" y="13"/>
                  <a:pt x="10" y="13"/>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1"/>
                  <a:pt x="12" y="11"/>
                </a:cubicBezTo>
                <a:cubicBezTo>
                  <a:pt x="12" y="11"/>
                  <a:pt x="12" y="11"/>
                  <a:pt x="12" y="11"/>
                </a:cubicBezTo>
                <a:cubicBezTo>
                  <a:pt x="12" y="11"/>
                  <a:pt x="12" y="11"/>
                  <a:pt x="12" y="11"/>
                </a:cubicBezTo>
                <a:cubicBezTo>
                  <a:pt x="12" y="11"/>
                  <a:pt x="12" y="11"/>
                  <a:pt x="12" y="11"/>
                </a:cubicBezTo>
                <a:cubicBezTo>
                  <a:pt x="12" y="11"/>
                  <a:pt x="12" y="11"/>
                  <a:pt x="12" y="11"/>
                </a:cubicBezTo>
                <a:cubicBezTo>
                  <a:pt x="12" y="11"/>
                  <a:pt x="12" y="11"/>
                  <a:pt x="12" y="11"/>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lose/>
                <a:moveTo>
                  <a:pt x="19" y="9"/>
                </a:moveTo>
                <a:cubicBezTo>
                  <a:pt x="12" y="21"/>
                  <a:pt x="12" y="21"/>
                  <a:pt x="12" y="21"/>
                </a:cubicBezTo>
                <a:cubicBezTo>
                  <a:pt x="12" y="21"/>
                  <a:pt x="12" y="21"/>
                  <a:pt x="12" y="21"/>
                </a:cubicBezTo>
                <a:cubicBezTo>
                  <a:pt x="12" y="21"/>
                  <a:pt x="12" y="21"/>
                  <a:pt x="12" y="21"/>
                </a:cubicBezTo>
                <a:cubicBezTo>
                  <a:pt x="12" y="21"/>
                  <a:pt x="12" y="21"/>
                  <a:pt x="12" y="21"/>
                </a:cubicBezTo>
                <a:cubicBezTo>
                  <a:pt x="12" y="21"/>
                  <a:pt x="12" y="21"/>
                  <a:pt x="12" y="21"/>
                </a:cubicBezTo>
                <a:cubicBezTo>
                  <a:pt x="12" y="21"/>
                  <a:pt x="12" y="21"/>
                  <a:pt x="12" y="21"/>
                </a:cubicBezTo>
                <a:cubicBezTo>
                  <a:pt x="11" y="21"/>
                  <a:pt x="11" y="21"/>
                  <a:pt x="11" y="21"/>
                </a:cubicBezTo>
                <a:cubicBezTo>
                  <a:pt x="10" y="21"/>
                  <a:pt x="10" y="21"/>
                  <a:pt x="10" y="21"/>
                </a:cubicBezTo>
                <a:cubicBezTo>
                  <a:pt x="10" y="21"/>
                  <a:pt x="10" y="21"/>
                  <a:pt x="10" y="21"/>
                </a:cubicBezTo>
                <a:cubicBezTo>
                  <a:pt x="10" y="20"/>
                  <a:pt x="10" y="20"/>
                  <a:pt x="10" y="20"/>
                </a:cubicBezTo>
                <a:cubicBezTo>
                  <a:pt x="10" y="20"/>
                  <a:pt x="10" y="20"/>
                  <a:pt x="10" y="20"/>
                </a:cubicBezTo>
                <a:cubicBezTo>
                  <a:pt x="17" y="9"/>
                  <a:pt x="17" y="9"/>
                  <a:pt x="17" y="9"/>
                </a:cubicBezTo>
                <a:cubicBezTo>
                  <a:pt x="17" y="9"/>
                  <a:pt x="17" y="9"/>
                  <a:pt x="17" y="9"/>
                </a:cubicBezTo>
                <a:cubicBezTo>
                  <a:pt x="18" y="9"/>
                  <a:pt x="18" y="9"/>
                  <a:pt x="18" y="9"/>
                </a:cubicBezTo>
                <a:cubicBezTo>
                  <a:pt x="18" y="9"/>
                  <a:pt x="18" y="9"/>
                  <a:pt x="18" y="9"/>
                </a:cubicBezTo>
                <a:cubicBezTo>
                  <a:pt x="18" y="9"/>
                  <a:pt x="18" y="9"/>
                  <a:pt x="18" y="9"/>
                </a:cubicBezTo>
                <a:cubicBezTo>
                  <a:pt x="19" y="9"/>
                  <a:pt x="19" y="9"/>
                  <a:pt x="19" y="9"/>
                </a:cubicBezTo>
                <a:cubicBezTo>
                  <a:pt x="19" y="9"/>
                  <a:pt x="19" y="9"/>
                  <a:pt x="19" y="9"/>
                </a:cubicBezTo>
                <a:cubicBezTo>
                  <a:pt x="20" y="9"/>
                  <a:pt x="20" y="9"/>
                  <a:pt x="20" y="9"/>
                </a:cubicBezTo>
                <a:cubicBezTo>
                  <a:pt x="19" y="9"/>
                  <a:pt x="19" y="9"/>
                  <a:pt x="19" y="9"/>
                </a:cubicBezTo>
                <a:cubicBezTo>
                  <a:pt x="19" y="9"/>
                  <a:pt x="19" y="9"/>
                  <a:pt x="19" y="9"/>
                </a:cubicBezTo>
                <a:close/>
                <a:moveTo>
                  <a:pt x="22" y="17"/>
                </a:moveTo>
                <a:cubicBezTo>
                  <a:pt x="22" y="18"/>
                  <a:pt x="22" y="18"/>
                  <a:pt x="22" y="18"/>
                </a:cubicBezTo>
                <a:cubicBezTo>
                  <a:pt x="22" y="18"/>
                  <a:pt x="22" y="18"/>
                  <a:pt x="22" y="19"/>
                </a:cubicBezTo>
                <a:cubicBezTo>
                  <a:pt x="22" y="19"/>
                  <a:pt x="22" y="19"/>
                  <a:pt x="22" y="19"/>
                </a:cubicBezTo>
                <a:cubicBezTo>
                  <a:pt x="21" y="19"/>
                  <a:pt x="21" y="19"/>
                  <a:pt x="21" y="19"/>
                </a:cubicBezTo>
                <a:cubicBezTo>
                  <a:pt x="21" y="19"/>
                  <a:pt x="21" y="19"/>
                  <a:pt x="21" y="19"/>
                </a:cubicBezTo>
                <a:cubicBezTo>
                  <a:pt x="21" y="19"/>
                  <a:pt x="21" y="19"/>
                  <a:pt x="21" y="19"/>
                </a:cubicBezTo>
                <a:cubicBezTo>
                  <a:pt x="21" y="20"/>
                  <a:pt x="21" y="20"/>
                  <a:pt x="21" y="20"/>
                </a:cubicBezTo>
                <a:cubicBezTo>
                  <a:pt x="21" y="20"/>
                  <a:pt x="21" y="20"/>
                  <a:pt x="21" y="20"/>
                </a:cubicBezTo>
                <a:cubicBezTo>
                  <a:pt x="21" y="20"/>
                  <a:pt x="21" y="20"/>
                  <a:pt x="21" y="20"/>
                </a:cubicBezTo>
                <a:cubicBezTo>
                  <a:pt x="21" y="20"/>
                  <a:pt x="21" y="20"/>
                  <a:pt x="21" y="20"/>
                </a:cubicBezTo>
                <a:cubicBezTo>
                  <a:pt x="21" y="20"/>
                  <a:pt x="21" y="20"/>
                  <a:pt x="21" y="20"/>
                </a:cubicBezTo>
                <a:cubicBezTo>
                  <a:pt x="21" y="20"/>
                  <a:pt x="21" y="20"/>
                  <a:pt x="21" y="20"/>
                </a:cubicBezTo>
                <a:cubicBezTo>
                  <a:pt x="21" y="20"/>
                  <a:pt x="21" y="20"/>
                  <a:pt x="21" y="20"/>
                </a:cubicBezTo>
                <a:cubicBezTo>
                  <a:pt x="21" y="20"/>
                  <a:pt x="20" y="21"/>
                  <a:pt x="20" y="21"/>
                </a:cubicBezTo>
                <a:cubicBezTo>
                  <a:pt x="20" y="21"/>
                  <a:pt x="20" y="21"/>
                  <a:pt x="20" y="21"/>
                </a:cubicBezTo>
                <a:cubicBezTo>
                  <a:pt x="20" y="21"/>
                  <a:pt x="20" y="21"/>
                  <a:pt x="20" y="21"/>
                </a:cubicBezTo>
                <a:cubicBezTo>
                  <a:pt x="20" y="21"/>
                  <a:pt x="20" y="21"/>
                  <a:pt x="20" y="21"/>
                </a:cubicBezTo>
                <a:cubicBezTo>
                  <a:pt x="20" y="21"/>
                  <a:pt x="20" y="21"/>
                  <a:pt x="20" y="21"/>
                </a:cubicBezTo>
                <a:cubicBezTo>
                  <a:pt x="20" y="21"/>
                  <a:pt x="19" y="21"/>
                  <a:pt x="19" y="21"/>
                </a:cubicBezTo>
                <a:cubicBezTo>
                  <a:pt x="19" y="21"/>
                  <a:pt x="19" y="21"/>
                  <a:pt x="19" y="21"/>
                </a:cubicBezTo>
                <a:cubicBezTo>
                  <a:pt x="18" y="21"/>
                  <a:pt x="18" y="21"/>
                  <a:pt x="18" y="21"/>
                </a:cubicBezTo>
                <a:cubicBezTo>
                  <a:pt x="18" y="21"/>
                  <a:pt x="18" y="21"/>
                  <a:pt x="18" y="21"/>
                </a:cubicBezTo>
                <a:cubicBezTo>
                  <a:pt x="18" y="21"/>
                  <a:pt x="18" y="21"/>
                  <a:pt x="18" y="21"/>
                </a:cubicBezTo>
                <a:cubicBezTo>
                  <a:pt x="17" y="21"/>
                  <a:pt x="17" y="21"/>
                  <a:pt x="17" y="21"/>
                </a:cubicBezTo>
                <a:cubicBezTo>
                  <a:pt x="17" y="21"/>
                  <a:pt x="17" y="20"/>
                  <a:pt x="17" y="20"/>
                </a:cubicBezTo>
                <a:cubicBezTo>
                  <a:pt x="17" y="20"/>
                  <a:pt x="17" y="20"/>
                  <a:pt x="17" y="20"/>
                </a:cubicBezTo>
                <a:cubicBezTo>
                  <a:pt x="17" y="20"/>
                  <a:pt x="17" y="20"/>
                  <a:pt x="17" y="20"/>
                </a:cubicBezTo>
                <a:cubicBezTo>
                  <a:pt x="17" y="20"/>
                  <a:pt x="17" y="20"/>
                  <a:pt x="17" y="20"/>
                </a:cubicBezTo>
                <a:cubicBezTo>
                  <a:pt x="17" y="20"/>
                  <a:pt x="17"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19"/>
                  <a:pt x="16" y="19"/>
                </a:cubicBezTo>
                <a:cubicBezTo>
                  <a:pt x="16" y="19"/>
                  <a:pt x="16" y="19"/>
                  <a:pt x="16" y="19"/>
                </a:cubicBezTo>
                <a:cubicBezTo>
                  <a:pt x="16" y="19"/>
                  <a:pt x="16" y="19"/>
                  <a:pt x="16" y="19"/>
                </a:cubicBezTo>
                <a:cubicBezTo>
                  <a:pt x="16" y="18"/>
                  <a:pt x="16" y="18"/>
                  <a:pt x="16" y="18"/>
                </a:cubicBezTo>
                <a:cubicBezTo>
                  <a:pt x="16" y="17"/>
                  <a:pt x="16" y="17"/>
                  <a:pt x="16" y="17"/>
                </a:cubicBezTo>
                <a:cubicBezTo>
                  <a:pt x="16" y="17"/>
                  <a:pt x="16" y="17"/>
                  <a:pt x="16" y="16"/>
                </a:cubicBezTo>
                <a:cubicBezTo>
                  <a:pt x="16" y="16"/>
                  <a:pt x="16" y="16"/>
                  <a:pt x="16" y="16"/>
                </a:cubicBezTo>
                <a:cubicBezTo>
                  <a:pt x="16" y="16"/>
                  <a:pt x="16" y="16"/>
                  <a:pt x="16" y="16"/>
                </a:cubicBezTo>
                <a:cubicBezTo>
                  <a:pt x="16" y="16"/>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7" y="15"/>
                  <a:pt x="17" y="15"/>
                  <a:pt x="17" y="15"/>
                </a:cubicBezTo>
                <a:cubicBezTo>
                  <a:pt x="17" y="15"/>
                  <a:pt x="17" y="15"/>
                  <a:pt x="17" y="15"/>
                </a:cubicBezTo>
                <a:cubicBezTo>
                  <a:pt x="17" y="14"/>
                  <a:pt x="18" y="14"/>
                  <a:pt x="18" y="14"/>
                </a:cubicBezTo>
                <a:cubicBezTo>
                  <a:pt x="18" y="14"/>
                  <a:pt x="18" y="14"/>
                  <a:pt x="18" y="14"/>
                </a:cubicBezTo>
                <a:cubicBezTo>
                  <a:pt x="18" y="14"/>
                  <a:pt x="19" y="14"/>
                  <a:pt x="19" y="14"/>
                </a:cubicBezTo>
                <a:cubicBezTo>
                  <a:pt x="19" y="14"/>
                  <a:pt x="19" y="14"/>
                  <a:pt x="19" y="14"/>
                </a:cubicBezTo>
                <a:cubicBezTo>
                  <a:pt x="19" y="14"/>
                  <a:pt x="20" y="14"/>
                  <a:pt x="20" y="14"/>
                </a:cubicBezTo>
                <a:cubicBezTo>
                  <a:pt x="20" y="14"/>
                  <a:pt x="20" y="14"/>
                  <a:pt x="20" y="14"/>
                </a:cubicBezTo>
                <a:cubicBezTo>
                  <a:pt x="20" y="14"/>
                  <a:pt x="20" y="14"/>
                  <a:pt x="20" y="14"/>
                </a:cubicBezTo>
                <a:cubicBezTo>
                  <a:pt x="20" y="14"/>
                  <a:pt x="20" y="14"/>
                  <a:pt x="20" y="14"/>
                </a:cubicBezTo>
                <a:cubicBezTo>
                  <a:pt x="20" y="14"/>
                  <a:pt x="20" y="14"/>
                  <a:pt x="20" y="14"/>
                </a:cubicBezTo>
                <a:cubicBezTo>
                  <a:pt x="20" y="15"/>
                  <a:pt x="21" y="15"/>
                  <a:pt x="21" y="15"/>
                </a:cubicBezTo>
                <a:cubicBezTo>
                  <a:pt x="21" y="15"/>
                  <a:pt x="21" y="15"/>
                  <a:pt x="21" y="15"/>
                </a:cubicBezTo>
                <a:cubicBezTo>
                  <a:pt x="21" y="15"/>
                  <a:pt x="21" y="15"/>
                  <a:pt x="21" y="15"/>
                </a:cubicBezTo>
                <a:cubicBezTo>
                  <a:pt x="21" y="15"/>
                  <a:pt x="21" y="15"/>
                  <a:pt x="21" y="15"/>
                </a:cubicBezTo>
                <a:cubicBezTo>
                  <a:pt x="21" y="15"/>
                  <a:pt x="21" y="15"/>
                  <a:pt x="21" y="15"/>
                </a:cubicBezTo>
                <a:cubicBezTo>
                  <a:pt x="21" y="15"/>
                  <a:pt x="21" y="15"/>
                  <a:pt x="21" y="15"/>
                </a:cubicBezTo>
                <a:cubicBezTo>
                  <a:pt x="21" y="15"/>
                  <a:pt x="21" y="15"/>
                  <a:pt x="21" y="15"/>
                </a:cubicBezTo>
                <a:cubicBezTo>
                  <a:pt x="21" y="15"/>
                  <a:pt x="21" y="16"/>
                  <a:pt x="21" y="16"/>
                </a:cubicBezTo>
                <a:cubicBezTo>
                  <a:pt x="21" y="16"/>
                  <a:pt x="21" y="16"/>
                  <a:pt x="22" y="16"/>
                </a:cubicBezTo>
                <a:cubicBezTo>
                  <a:pt x="22" y="16"/>
                  <a:pt x="22" y="16"/>
                  <a:pt x="22" y="16"/>
                </a:cubicBezTo>
                <a:cubicBezTo>
                  <a:pt x="22" y="16"/>
                  <a:pt x="22" y="16"/>
                  <a:pt x="22" y="16"/>
                </a:cubicBezTo>
                <a:cubicBezTo>
                  <a:pt x="22" y="17"/>
                  <a:pt x="22" y="17"/>
                  <a:pt x="22" y="17"/>
                </a:cubicBezTo>
                <a:close/>
                <a:moveTo>
                  <a:pt x="19" y="19"/>
                </a:moveTo>
                <a:cubicBezTo>
                  <a:pt x="19" y="19"/>
                  <a:pt x="18" y="19"/>
                  <a:pt x="18" y="19"/>
                </a:cubicBezTo>
                <a:cubicBezTo>
                  <a:pt x="18" y="19"/>
                  <a:pt x="18" y="19"/>
                  <a:pt x="18" y="19"/>
                </a:cubicBezTo>
                <a:cubicBezTo>
                  <a:pt x="18" y="19"/>
                  <a:pt x="18" y="19"/>
                  <a:pt x="18" y="19"/>
                </a:cubicBezTo>
                <a:cubicBezTo>
                  <a:pt x="18" y="19"/>
                  <a:pt x="18" y="19"/>
                  <a:pt x="18" y="19"/>
                </a:cubicBezTo>
                <a:cubicBezTo>
                  <a:pt x="18" y="19"/>
                  <a:pt x="18" y="19"/>
                  <a:pt x="18" y="19"/>
                </a:cubicBezTo>
                <a:cubicBezTo>
                  <a:pt x="18" y="19"/>
                  <a:pt x="18" y="19"/>
                  <a:pt x="18" y="18"/>
                </a:cubicBezTo>
                <a:cubicBezTo>
                  <a:pt x="18" y="18"/>
                  <a:pt x="18" y="18"/>
                  <a:pt x="18" y="18"/>
                </a:cubicBezTo>
                <a:cubicBezTo>
                  <a:pt x="18" y="17"/>
                  <a:pt x="18" y="17"/>
                  <a:pt x="18" y="17"/>
                </a:cubicBezTo>
                <a:cubicBezTo>
                  <a:pt x="18" y="17"/>
                  <a:pt x="18" y="16"/>
                  <a:pt x="18" y="16"/>
                </a:cubicBezTo>
                <a:cubicBezTo>
                  <a:pt x="18" y="16"/>
                  <a:pt x="18" y="16"/>
                  <a:pt x="18" y="16"/>
                </a:cubicBezTo>
                <a:cubicBezTo>
                  <a:pt x="18" y="16"/>
                  <a:pt x="18" y="16"/>
                  <a:pt x="18" y="16"/>
                </a:cubicBezTo>
                <a:cubicBezTo>
                  <a:pt x="18" y="16"/>
                  <a:pt x="18" y="16"/>
                  <a:pt x="18" y="16"/>
                </a:cubicBezTo>
                <a:cubicBezTo>
                  <a:pt x="18" y="16"/>
                  <a:pt x="18" y="16"/>
                  <a:pt x="18" y="16"/>
                </a:cubicBezTo>
                <a:cubicBezTo>
                  <a:pt x="18" y="16"/>
                  <a:pt x="18" y="16"/>
                  <a:pt x="18" y="16"/>
                </a:cubicBezTo>
                <a:cubicBezTo>
                  <a:pt x="18" y="16"/>
                  <a:pt x="18" y="16"/>
                  <a:pt x="18" y="16"/>
                </a:cubicBezTo>
                <a:cubicBezTo>
                  <a:pt x="18" y="16"/>
                  <a:pt x="19" y="16"/>
                  <a:pt x="19" y="16"/>
                </a:cubicBezTo>
                <a:cubicBezTo>
                  <a:pt x="19" y="16"/>
                  <a:pt x="19" y="16"/>
                  <a:pt x="19" y="16"/>
                </a:cubicBezTo>
                <a:cubicBezTo>
                  <a:pt x="19" y="16"/>
                  <a:pt x="20" y="16"/>
                  <a:pt x="20" y="16"/>
                </a:cubicBezTo>
                <a:cubicBezTo>
                  <a:pt x="20" y="16"/>
                  <a:pt x="20" y="16"/>
                  <a:pt x="20" y="16"/>
                </a:cubicBezTo>
                <a:cubicBezTo>
                  <a:pt x="20" y="16"/>
                  <a:pt x="20" y="16"/>
                  <a:pt x="20" y="16"/>
                </a:cubicBezTo>
                <a:cubicBezTo>
                  <a:pt x="20" y="16"/>
                  <a:pt x="20" y="16"/>
                  <a:pt x="20" y="16"/>
                </a:cubicBezTo>
                <a:cubicBezTo>
                  <a:pt x="20" y="16"/>
                  <a:pt x="20" y="16"/>
                  <a:pt x="20" y="16"/>
                </a:cubicBezTo>
                <a:cubicBezTo>
                  <a:pt x="20" y="16"/>
                  <a:pt x="20" y="16"/>
                  <a:pt x="20" y="16"/>
                </a:cubicBezTo>
                <a:cubicBezTo>
                  <a:pt x="20" y="16"/>
                  <a:pt x="20" y="17"/>
                  <a:pt x="20" y="17"/>
                </a:cubicBezTo>
                <a:cubicBezTo>
                  <a:pt x="20" y="18"/>
                  <a:pt x="20" y="18"/>
                  <a:pt x="20" y="18"/>
                </a:cubicBezTo>
                <a:cubicBezTo>
                  <a:pt x="20" y="19"/>
                  <a:pt x="20" y="19"/>
                  <a:pt x="20" y="19"/>
                </a:cubicBezTo>
                <a:cubicBezTo>
                  <a:pt x="20" y="19"/>
                  <a:pt x="20" y="19"/>
                  <a:pt x="20" y="19"/>
                </a:cubicBezTo>
                <a:cubicBezTo>
                  <a:pt x="20" y="19"/>
                  <a:pt x="20" y="19"/>
                  <a:pt x="20" y="19"/>
                </a:cubicBezTo>
                <a:cubicBezTo>
                  <a:pt x="20" y="19"/>
                  <a:pt x="20" y="19"/>
                  <a:pt x="20" y="19"/>
                </a:cubicBezTo>
                <a:cubicBezTo>
                  <a:pt x="20" y="19"/>
                  <a:pt x="20" y="19"/>
                  <a:pt x="19" y="19"/>
                </a:cubicBezTo>
                <a:cubicBezTo>
                  <a:pt x="19" y="19"/>
                  <a:pt x="19" y="19"/>
                  <a:pt x="19" y="19"/>
                </a:cubicBezTo>
                <a:close/>
                <a:moveTo>
                  <a:pt x="15" y="4"/>
                </a:moveTo>
                <a:cubicBezTo>
                  <a:pt x="21" y="4"/>
                  <a:pt x="26" y="9"/>
                  <a:pt x="26" y="15"/>
                </a:cubicBezTo>
                <a:cubicBezTo>
                  <a:pt x="26" y="21"/>
                  <a:pt x="21" y="26"/>
                  <a:pt x="15" y="26"/>
                </a:cubicBezTo>
                <a:cubicBezTo>
                  <a:pt x="9" y="26"/>
                  <a:pt x="4" y="21"/>
                  <a:pt x="4" y="15"/>
                </a:cubicBezTo>
                <a:cubicBezTo>
                  <a:pt x="4" y="9"/>
                  <a:pt x="9" y="4"/>
                  <a:pt x="15" y="4"/>
                </a:cubicBezTo>
                <a:close/>
                <a:moveTo>
                  <a:pt x="15" y="2"/>
                </a:moveTo>
                <a:cubicBezTo>
                  <a:pt x="22" y="2"/>
                  <a:pt x="27" y="8"/>
                  <a:pt x="27" y="15"/>
                </a:cubicBezTo>
                <a:cubicBezTo>
                  <a:pt x="27" y="22"/>
                  <a:pt x="22" y="27"/>
                  <a:pt x="15" y="27"/>
                </a:cubicBezTo>
                <a:cubicBezTo>
                  <a:pt x="8" y="27"/>
                  <a:pt x="2" y="22"/>
                  <a:pt x="2" y="15"/>
                </a:cubicBezTo>
                <a:cubicBezTo>
                  <a:pt x="2" y="8"/>
                  <a:pt x="8" y="2"/>
                  <a:pt x="15" y="2"/>
                </a:cubicBezTo>
                <a:close/>
              </a:path>
            </a:pathLst>
          </a:custGeom>
          <a:solidFill>
            <a:schemeClr val="accent4">
              <a:lumMod val="60000"/>
              <a:lumOff val="40000"/>
            </a:schemeClr>
          </a:solidFill>
          <a:ln>
            <a:noFill/>
          </a:ln>
        </p:spPr>
        <p:txBody>
          <a:bodyPr vert="horz" wrap="square" lIns="121889" tIns="60944" rIns="121889" bIns="6094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a:ln>
                <a:noFill/>
              </a:ln>
              <a:solidFill>
                <a:schemeClr val="bg1"/>
              </a:solidFill>
              <a:effectLst/>
              <a:uLnTx/>
              <a:uFillTx/>
              <a:latin typeface="等线" panose="02010600030101010101" charset="-122"/>
              <a:ea typeface="+mn-ea"/>
              <a:cs typeface="+mn-cs"/>
            </a:endParaRPr>
          </a:p>
        </p:txBody>
      </p:sp>
      <p:sp>
        <p:nvSpPr>
          <p:cNvPr id="16" name="Freeform 228"/>
          <p:cNvSpPr>
            <a:spLocks noEditPoints="1"/>
          </p:cNvSpPr>
          <p:nvPr/>
        </p:nvSpPr>
        <p:spPr bwMode="auto">
          <a:xfrm>
            <a:off x="1660571" y="3605679"/>
            <a:ext cx="325761" cy="316712"/>
          </a:xfrm>
          <a:custGeom>
            <a:avLst/>
            <a:gdLst>
              <a:gd name="T0" fmla="*/ 34 w 34"/>
              <a:gd name="T1" fmla="*/ 24 h 33"/>
              <a:gd name="T2" fmla="*/ 16 w 34"/>
              <a:gd name="T3" fmla="*/ 24 h 33"/>
              <a:gd name="T4" fmla="*/ 15 w 34"/>
              <a:gd name="T5" fmla="*/ 13 h 33"/>
              <a:gd name="T6" fmla="*/ 10 w 34"/>
              <a:gd name="T7" fmla="*/ 10 h 33"/>
              <a:gd name="T8" fmla="*/ 9 w 34"/>
              <a:gd name="T9" fmla="*/ 10 h 33"/>
              <a:gd name="T10" fmla="*/ 9 w 34"/>
              <a:gd name="T11" fmla="*/ 11 h 33"/>
              <a:gd name="T12" fmla="*/ 13 w 34"/>
              <a:gd name="T13" fmla="*/ 15 h 33"/>
              <a:gd name="T14" fmla="*/ 13 w 34"/>
              <a:gd name="T15" fmla="*/ 16 h 33"/>
              <a:gd name="T16" fmla="*/ 14 w 34"/>
              <a:gd name="T17" fmla="*/ 16 h 33"/>
              <a:gd name="T18" fmla="*/ 11 w 34"/>
              <a:gd name="T19" fmla="*/ 24 h 33"/>
              <a:gd name="T20" fmla="*/ 12 w 34"/>
              <a:gd name="T21" fmla="*/ 23 h 33"/>
              <a:gd name="T22" fmla="*/ 16 w 34"/>
              <a:gd name="T23" fmla="*/ 16 h 33"/>
              <a:gd name="T24" fmla="*/ 17 w 34"/>
              <a:gd name="T25" fmla="*/ 16 h 33"/>
              <a:gd name="T26" fmla="*/ 17 w 34"/>
              <a:gd name="T27" fmla="*/ 16 h 33"/>
              <a:gd name="T28" fmla="*/ 17 w 34"/>
              <a:gd name="T29" fmla="*/ 15 h 33"/>
              <a:gd name="T30" fmla="*/ 22 w 34"/>
              <a:gd name="T31" fmla="*/ 8 h 33"/>
              <a:gd name="T32" fmla="*/ 22 w 34"/>
              <a:gd name="T33" fmla="*/ 7 h 33"/>
              <a:gd name="T34" fmla="*/ 21 w 34"/>
              <a:gd name="T35" fmla="*/ 7 h 33"/>
              <a:gd name="T36" fmla="*/ 16 w 34"/>
              <a:gd name="T37" fmla="*/ 13 h 33"/>
              <a:gd name="T38" fmla="*/ 15 w 34"/>
              <a:gd name="T39" fmla="*/ 12 h 33"/>
              <a:gd name="T40" fmla="*/ 23 w 34"/>
              <a:gd name="T41" fmla="*/ 7 h 33"/>
              <a:gd name="T42" fmla="*/ 26 w 34"/>
              <a:gd name="T43" fmla="*/ 13 h 33"/>
              <a:gd name="T44" fmla="*/ 25 w 34"/>
              <a:gd name="T45" fmla="*/ 4 h 33"/>
              <a:gd name="T46" fmla="*/ 5 w 34"/>
              <a:gd name="T47" fmla="*/ 4 h 33"/>
              <a:gd name="T48" fmla="*/ 5 w 34"/>
              <a:gd name="T49" fmla="*/ 25 h 33"/>
              <a:gd name="T50" fmla="*/ 14 w 34"/>
              <a:gd name="T51" fmla="*/ 25 h 33"/>
              <a:gd name="T52" fmla="*/ 7 w 34"/>
              <a:gd name="T53" fmla="*/ 22 h 33"/>
              <a:gd name="T54" fmla="*/ 4 w 34"/>
              <a:gd name="T55" fmla="*/ 14 h 33"/>
              <a:gd name="T56" fmla="*/ 7 w 34"/>
              <a:gd name="T57" fmla="*/ 7 h 33"/>
              <a:gd name="T58" fmla="*/ 15 w 34"/>
              <a:gd name="T59" fmla="*/ 3 h 33"/>
              <a:gd name="T60" fmla="*/ 23 w 34"/>
              <a:gd name="T61" fmla="*/ 7 h 33"/>
              <a:gd name="T62" fmla="*/ 9 w 34"/>
              <a:gd name="T63" fmla="*/ 14 h 33"/>
              <a:gd name="T64" fmla="*/ 5 w 34"/>
              <a:gd name="T65" fmla="*/ 15 h 33"/>
              <a:gd name="T66" fmla="*/ 5 w 34"/>
              <a:gd name="T67" fmla="*/ 14 h 33"/>
              <a:gd name="T68" fmla="*/ 16 w 34"/>
              <a:gd name="T69" fmla="*/ 8 h 33"/>
              <a:gd name="T70" fmla="*/ 14 w 34"/>
              <a:gd name="T71" fmla="*/ 8 h 33"/>
              <a:gd name="T72" fmla="*/ 15 w 34"/>
              <a:gd name="T73" fmla="*/ 4 h 33"/>
              <a:gd name="T74" fmla="*/ 16 w 34"/>
              <a:gd name="T75" fmla="*/ 8 h 33"/>
              <a:gd name="T76" fmla="*/ 20 w 34"/>
              <a:gd name="T77" fmla="*/ 27 h 33"/>
              <a:gd name="T78" fmla="*/ 20 w 34"/>
              <a:gd name="T79" fmla="*/ 26 h 33"/>
              <a:gd name="T80" fmla="*/ 24 w 34"/>
              <a:gd name="T81" fmla="*/ 25 h 33"/>
              <a:gd name="T82" fmla="*/ 24 w 34"/>
              <a:gd name="T83" fmla="*/ 21 h 33"/>
              <a:gd name="T84" fmla="*/ 19 w 34"/>
              <a:gd name="T85" fmla="*/ 21 h 33"/>
              <a:gd name="T86" fmla="*/ 18 w 34"/>
              <a:gd name="T87" fmla="*/ 23 h 33"/>
              <a:gd name="T88" fmla="*/ 20 w 34"/>
              <a:gd name="T89" fmla="*/ 23 h 33"/>
              <a:gd name="T90" fmla="*/ 21 w 34"/>
              <a:gd name="T91" fmla="*/ 21 h 33"/>
              <a:gd name="T92" fmla="*/ 23 w 34"/>
              <a:gd name="T93" fmla="*/ 23 h 33"/>
              <a:gd name="T94" fmla="*/ 21 w 34"/>
              <a:gd name="T95" fmla="*/ 24 h 33"/>
              <a:gd name="T96" fmla="*/ 18 w 34"/>
              <a:gd name="T97" fmla="*/ 26 h 33"/>
              <a:gd name="T98" fmla="*/ 24 w 34"/>
              <a:gd name="T99" fmla="*/ 28 h 33"/>
              <a:gd name="T100" fmla="*/ 31 w 34"/>
              <a:gd name="T101" fmla="*/ 20 h 33"/>
              <a:gd name="T102" fmla="*/ 25 w 34"/>
              <a:gd name="T103" fmla="*/ 25 h 33"/>
              <a:gd name="T104" fmla="*/ 29 w 34"/>
              <a:gd name="T105" fmla="*/ 26 h 33"/>
              <a:gd name="T106" fmla="*/ 31 w 34"/>
              <a:gd name="T107" fmla="*/ 28 h 33"/>
              <a:gd name="T108" fmla="*/ 32 w 34"/>
              <a:gd name="T109" fmla="*/ 26 h 33"/>
              <a:gd name="T110" fmla="*/ 31 w 34"/>
              <a:gd name="T111" fmla="*/ 25 h 33"/>
              <a:gd name="T112" fmla="*/ 29 w 34"/>
              <a:gd name="T113" fmla="*/ 25 h 33"/>
              <a:gd name="T114" fmla="*/ 29 w 34"/>
              <a:gd name="T115" fmla="*/ 21 h 33"/>
              <a:gd name="T116" fmla="*/ 29 w 34"/>
              <a:gd name="T117" fmla="*/ 2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 h="33">
                <a:moveTo>
                  <a:pt x="25" y="15"/>
                </a:moveTo>
                <a:cubicBezTo>
                  <a:pt x="30" y="15"/>
                  <a:pt x="34" y="19"/>
                  <a:pt x="34" y="24"/>
                </a:cubicBezTo>
                <a:cubicBezTo>
                  <a:pt x="34" y="29"/>
                  <a:pt x="30" y="33"/>
                  <a:pt x="25" y="33"/>
                </a:cubicBezTo>
                <a:cubicBezTo>
                  <a:pt x="20" y="33"/>
                  <a:pt x="16" y="29"/>
                  <a:pt x="16" y="24"/>
                </a:cubicBezTo>
                <a:cubicBezTo>
                  <a:pt x="16" y="19"/>
                  <a:pt x="20" y="15"/>
                  <a:pt x="25" y="15"/>
                </a:cubicBezTo>
                <a:close/>
                <a:moveTo>
                  <a:pt x="15" y="13"/>
                </a:moveTo>
                <a:cubicBezTo>
                  <a:pt x="15" y="13"/>
                  <a:pt x="15" y="13"/>
                  <a:pt x="15" y="13"/>
                </a:cubicBezTo>
                <a:cubicBezTo>
                  <a:pt x="10" y="10"/>
                  <a:pt x="10" y="10"/>
                  <a:pt x="10" y="10"/>
                </a:cubicBezTo>
                <a:cubicBezTo>
                  <a:pt x="10" y="9"/>
                  <a:pt x="10" y="9"/>
                  <a:pt x="9" y="9"/>
                </a:cubicBezTo>
                <a:cubicBezTo>
                  <a:pt x="9" y="9"/>
                  <a:pt x="9" y="10"/>
                  <a:pt x="9" y="10"/>
                </a:cubicBezTo>
                <a:cubicBezTo>
                  <a:pt x="9" y="10"/>
                  <a:pt x="9" y="10"/>
                  <a:pt x="9" y="10"/>
                </a:cubicBezTo>
                <a:cubicBezTo>
                  <a:pt x="9" y="11"/>
                  <a:pt x="9" y="11"/>
                  <a:pt x="9" y="11"/>
                </a:cubicBezTo>
                <a:cubicBezTo>
                  <a:pt x="14" y="15"/>
                  <a:pt x="14" y="15"/>
                  <a:pt x="14" y="15"/>
                </a:cubicBezTo>
                <a:cubicBezTo>
                  <a:pt x="13" y="15"/>
                  <a:pt x="13" y="15"/>
                  <a:pt x="13" y="15"/>
                </a:cubicBezTo>
                <a:cubicBezTo>
                  <a:pt x="13" y="15"/>
                  <a:pt x="13" y="16"/>
                  <a:pt x="13" y="16"/>
                </a:cubicBezTo>
                <a:cubicBezTo>
                  <a:pt x="13" y="16"/>
                  <a:pt x="13" y="16"/>
                  <a:pt x="13" y="16"/>
                </a:cubicBezTo>
                <a:cubicBezTo>
                  <a:pt x="13" y="16"/>
                  <a:pt x="14" y="16"/>
                  <a:pt x="14" y="16"/>
                </a:cubicBezTo>
                <a:cubicBezTo>
                  <a:pt x="14" y="16"/>
                  <a:pt x="14" y="16"/>
                  <a:pt x="14" y="16"/>
                </a:cubicBezTo>
                <a:cubicBezTo>
                  <a:pt x="11" y="23"/>
                  <a:pt x="11" y="23"/>
                  <a:pt x="11" y="23"/>
                </a:cubicBezTo>
                <a:cubicBezTo>
                  <a:pt x="11" y="23"/>
                  <a:pt x="11" y="23"/>
                  <a:pt x="11" y="24"/>
                </a:cubicBezTo>
                <a:cubicBezTo>
                  <a:pt x="12" y="24"/>
                  <a:pt x="12" y="24"/>
                  <a:pt x="12" y="24"/>
                </a:cubicBezTo>
                <a:cubicBezTo>
                  <a:pt x="12" y="24"/>
                  <a:pt x="12" y="24"/>
                  <a:pt x="12" y="23"/>
                </a:cubicBezTo>
                <a:cubicBezTo>
                  <a:pt x="15" y="15"/>
                  <a:pt x="15" y="15"/>
                  <a:pt x="15" y="15"/>
                </a:cubicBezTo>
                <a:cubicBezTo>
                  <a:pt x="16" y="16"/>
                  <a:pt x="16" y="16"/>
                  <a:pt x="16" y="16"/>
                </a:cubicBezTo>
                <a:cubicBezTo>
                  <a:pt x="16" y="16"/>
                  <a:pt x="16" y="16"/>
                  <a:pt x="17" y="16"/>
                </a:cubicBezTo>
                <a:cubicBezTo>
                  <a:pt x="17" y="16"/>
                  <a:pt x="17" y="16"/>
                  <a:pt x="17" y="16"/>
                </a:cubicBezTo>
                <a:cubicBezTo>
                  <a:pt x="17" y="16"/>
                  <a:pt x="17" y="16"/>
                  <a:pt x="17" y="16"/>
                </a:cubicBezTo>
                <a:cubicBezTo>
                  <a:pt x="17" y="16"/>
                  <a:pt x="17" y="16"/>
                  <a:pt x="17" y="16"/>
                </a:cubicBezTo>
                <a:cubicBezTo>
                  <a:pt x="17" y="16"/>
                  <a:pt x="17" y="16"/>
                  <a:pt x="17" y="15"/>
                </a:cubicBezTo>
                <a:cubicBezTo>
                  <a:pt x="17" y="15"/>
                  <a:pt x="17" y="15"/>
                  <a:pt x="17" y="15"/>
                </a:cubicBezTo>
                <a:cubicBezTo>
                  <a:pt x="16" y="14"/>
                  <a:pt x="16" y="14"/>
                  <a:pt x="16" y="14"/>
                </a:cubicBezTo>
                <a:cubicBezTo>
                  <a:pt x="22" y="8"/>
                  <a:pt x="22" y="8"/>
                  <a:pt x="22" y="8"/>
                </a:cubicBezTo>
                <a:cubicBezTo>
                  <a:pt x="22" y="8"/>
                  <a:pt x="22" y="8"/>
                  <a:pt x="22" y="8"/>
                </a:cubicBezTo>
                <a:cubicBezTo>
                  <a:pt x="22" y="8"/>
                  <a:pt x="22" y="7"/>
                  <a:pt x="22" y="7"/>
                </a:cubicBezTo>
                <a:cubicBezTo>
                  <a:pt x="22" y="7"/>
                  <a:pt x="22" y="7"/>
                  <a:pt x="22" y="7"/>
                </a:cubicBezTo>
                <a:cubicBezTo>
                  <a:pt x="22" y="7"/>
                  <a:pt x="21" y="7"/>
                  <a:pt x="21" y="7"/>
                </a:cubicBezTo>
                <a:cubicBezTo>
                  <a:pt x="16" y="13"/>
                  <a:pt x="16" y="13"/>
                  <a:pt x="16" y="13"/>
                </a:cubicBezTo>
                <a:cubicBezTo>
                  <a:pt x="16" y="13"/>
                  <a:pt x="16" y="13"/>
                  <a:pt x="16" y="13"/>
                </a:cubicBezTo>
                <a:cubicBezTo>
                  <a:pt x="16" y="12"/>
                  <a:pt x="16" y="12"/>
                  <a:pt x="16" y="12"/>
                </a:cubicBezTo>
                <a:cubicBezTo>
                  <a:pt x="16" y="12"/>
                  <a:pt x="15" y="12"/>
                  <a:pt x="15" y="12"/>
                </a:cubicBezTo>
                <a:cubicBezTo>
                  <a:pt x="15" y="12"/>
                  <a:pt x="15" y="12"/>
                  <a:pt x="15" y="13"/>
                </a:cubicBezTo>
                <a:close/>
                <a:moveTo>
                  <a:pt x="23" y="7"/>
                </a:moveTo>
                <a:cubicBezTo>
                  <a:pt x="24" y="8"/>
                  <a:pt x="25" y="9"/>
                  <a:pt x="25" y="10"/>
                </a:cubicBezTo>
                <a:cubicBezTo>
                  <a:pt x="26" y="11"/>
                  <a:pt x="26" y="12"/>
                  <a:pt x="26" y="13"/>
                </a:cubicBezTo>
                <a:cubicBezTo>
                  <a:pt x="27" y="13"/>
                  <a:pt x="28" y="13"/>
                  <a:pt x="29" y="14"/>
                </a:cubicBezTo>
                <a:cubicBezTo>
                  <a:pt x="29" y="10"/>
                  <a:pt x="28" y="7"/>
                  <a:pt x="25" y="4"/>
                </a:cubicBezTo>
                <a:cubicBezTo>
                  <a:pt x="23" y="2"/>
                  <a:pt x="19" y="0"/>
                  <a:pt x="15" y="0"/>
                </a:cubicBezTo>
                <a:cubicBezTo>
                  <a:pt x="11" y="0"/>
                  <a:pt x="7" y="2"/>
                  <a:pt x="5" y="4"/>
                </a:cubicBezTo>
                <a:cubicBezTo>
                  <a:pt x="2" y="7"/>
                  <a:pt x="0" y="10"/>
                  <a:pt x="0" y="14"/>
                </a:cubicBezTo>
                <a:cubicBezTo>
                  <a:pt x="0" y="18"/>
                  <a:pt x="2" y="22"/>
                  <a:pt x="5" y="25"/>
                </a:cubicBezTo>
                <a:cubicBezTo>
                  <a:pt x="7" y="27"/>
                  <a:pt x="11" y="29"/>
                  <a:pt x="15" y="29"/>
                </a:cubicBezTo>
                <a:cubicBezTo>
                  <a:pt x="14" y="28"/>
                  <a:pt x="14" y="27"/>
                  <a:pt x="14" y="25"/>
                </a:cubicBezTo>
                <a:cubicBezTo>
                  <a:pt x="13" y="25"/>
                  <a:pt x="12" y="25"/>
                  <a:pt x="11" y="25"/>
                </a:cubicBezTo>
                <a:cubicBezTo>
                  <a:pt x="9" y="24"/>
                  <a:pt x="8" y="23"/>
                  <a:pt x="7" y="22"/>
                </a:cubicBezTo>
                <a:cubicBezTo>
                  <a:pt x="6" y="21"/>
                  <a:pt x="5" y="20"/>
                  <a:pt x="5" y="19"/>
                </a:cubicBezTo>
                <a:cubicBezTo>
                  <a:pt x="4" y="17"/>
                  <a:pt x="4" y="16"/>
                  <a:pt x="4" y="14"/>
                </a:cubicBezTo>
                <a:cubicBezTo>
                  <a:pt x="4" y="13"/>
                  <a:pt x="4" y="11"/>
                  <a:pt x="5" y="10"/>
                </a:cubicBezTo>
                <a:cubicBezTo>
                  <a:pt x="5" y="9"/>
                  <a:pt x="6" y="8"/>
                  <a:pt x="7" y="7"/>
                </a:cubicBezTo>
                <a:cubicBezTo>
                  <a:pt x="8" y="6"/>
                  <a:pt x="9" y="5"/>
                  <a:pt x="11" y="4"/>
                </a:cubicBezTo>
                <a:cubicBezTo>
                  <a:pt x="12" y="4"/>
                  <a:pt x="13" y="3"/>
                  <a:pt x="15" y="3"/>
                </a:cubicBezTo>
                <a:cubicBezTo>
                  <a:pt x="16" y="3"/>
                  <a:pt x="18" y="4"/>
                  <a:pt x="19" y="4"/>
                </a:cubicBezTo>
                <a:cubicBezTo>
                  <a:pt x="21" y="5"/>
                  <a:pt x="22" y="6"/>
                  <a:pt x="23" y="7"/>
                </a:cubicBezTo>
                <a:close/>
                <a:moveTo>
                  <a:pt x="9" y="14"/>
                </a:moveTo>
                <a:cubicBezTo>
                  <a:pt x="9" y="14"/>
                  <a:pt x="9" y="14"/>
                  <a:pt x="9" y="14"/>
                </a:cubicBezTo>
                <a:cubicBezTo>
                  <a:pt x="9" y="15"/>
                  <a:pt x="9" y="15"/>
                  <a:pt x="9" y="15"/>
                </a:cubicBezTo>
                <a:cubicBezTo>
                  <a:pt x="5" y="15"/>
                  <a:pt x="5" y="15"/>
                  <a:pt x="5" y="15"/>
                </a:cubicBezTo>
                <a:cubicBezTo>
                  <a:pt x="5" y="15"/>
                  <a:pt x="5" y="15"/>
                  <a:pt x="5" y="14"/>
                </a:cubicBezTo>
                <a:cubicBezTo>
                  <a:pt x="5" y="14"/>
                  <a:pt x="5" y="14"/>
                  <a:pt x="5" y="14"/>
                </a:cubicBezTo>
                <a:cubicBezTo>
                  <a:pt x="9" y="14"/>
                  <a:pt x="9" y="14"/>
                  <a:pt x="9" y="14"/>
                </a:cubicBezTo>
                <a:close/>
                <a:moveTo>
                  <a:pt x="16" y="8"/>
                </a:moveTo>
                <a:cubicBezTo>
                  <a:pt x="16" y="8"/>
                  <a:pt x="15" y="9"/>
                  <a:pt x="15" y="9"/>
                </a:cubicBezTo>
                <a:cubicBezTo>
                  <a:pt x="15" y="9"/>
                  <a:pt x="14" y="8"/>
                  <a:pt x="14" y="8"/>
                </a:cubicBezTo>
                <a:cubicBezTo>
                  <a:pt x="14" y="5"/>
                  <a:pt x="14" y="5"/>
                  <a:pt x="14" y="5"/>
                </a:cubicBezTo>
                <a:cubicBezTo>
                  <a:pt x="14" y="5"/>
                  <a:pt x="15" y="4"/>
                  <a:pt x="15" y="4"/>
                </a:cubicBezTo>
                <a:cubicBezTo>
                  <a:pt x="15" y="4"/>
                  <a:pt x="16" y="5"/>
                  <a:pt x="16" y="5"/>
                </a:cubicBezTo>
                <a:cubicBezTo>
                  <a:pt x="16" y="8"/>
                  <a:pt x="16" y="8"/>
                  <a:pt x="16" y="8"/>
                </a:cubicBezTo>
                <a:close/>
                <a:moveTo>
                  <a:pt x="24" y="27"/>
                </a:moveTo>
                <a:cubicBezTo>
                  <a:pt x="20" y="27"/>
                  <a:pt x="20" y="27"/>
                  <a:pt x="20" y="27"/>
                </a:cubicBezTo>
                <a:cubicBezTo>
                  <a:pt x="20" y="27"/>
                  <a:pt x="20" y="27"/>
                  <a:pt x="20" y="27"/>
                </a:cubicBezTo>
                <a:cubicBezTo>
                  <a:pt x="20" y="26"/>
                  <a:pt x="20" y="26"/>
                  <a:pt x="20" y="26"/>
                </a:cubicBezTo>
                <a:cubicBezTo>
                  <a:pt x="20" y="26"/>
                  <a:pt x="21" y="25"/>
                  <a:pt x="22" y="25"/>
                </a:cubicBezTo>
                <a:cubicBezTo>
                  <a:pt x="23" y="25"/>
                  <a:pt x="23" y="25"/>
                  <a:pt x="24" y="25"/>
                </a:cubicBezTo>
                <a:cubicBezTo>
                  <a:pt x="24" y="24"/>
                  <a:pt x="24" y="24"/>
                  <a:pt x="24" y="23"/>
                </a:cubicBezTo>
                <a:cubicBezTo>
                  <a:pt x="24" y="22"/>
                  <a:pt x="24" y="21"/>
                  <a:pt x="24" y="21"/>
                </a:cubicBezTo>
                <a:cubicBezTo>
                  <a:pt x="23" y="20"/>
                  <a:pt x="22" y="20"/>
                  <a:pt x="21" y="20"/>
                </a:cubicBezTo>
                <a:cubicBezTo>
                  <a:pt x="20" y="20"/>
                  <a:pt x="19" y="20"/>
                  <a:pt x="19" y="21"/>
                </a:cubicBezTo>
                <a:cubicBezTo>
                  <a:pt x="19" y="21"/>
                  <a:pt x="18" y="22"/>
                  <a:pt x="18" y="23"/>
                </a:cubicBezTo>
                <a:cubicBezTo>
                  <a:pt x="18" y="23"/>
                  <a:pt x="18" y="23"/>
                  <a:pt x="18" y="23"/>
                </a:cubicBezTo>
                <a:cubicBezTo>
                  <a:pt x="20" y="23"/>
                  <a:pt x="20" y="23"/>
                  <a:pt x="20" y="23"/>
                </a:cubicBezTo>
                <a:cubicBezTo>
                  <a:pt x="20" y="23"/>
                  <a:pt x="20" y="23"/>
                  <a:pt x="20" y="23"/>
                </a:cubicBezTo>
                <a:cubicBezTo>
                  <a:pt x="20" y="22"/>
                  <a:pt x="20" y="22"/>
                  <a:pt x="20" y="22"/>
                </a:cubicBezTo>
                <a:cubicBezTo>
                  <a:pt x="20" y="22"/>
                  <a:pt x="21" y="21"/>
                  <a:pt x="21" y="21"/>
                </a:cubicBezTo>
                <a:cubicBezTo>
                  <a:pt x="22" y="21"/>
                  <a:pt x="22" y="22"/>
                  <a:pt x="22" y="22"/>
                </a:cubicBezTo>
                <a:cubicBezTo>
                  <a:pt x="23" y="22"/>
                  <a:pt x="23" y="22"/>
                  <a:pt x="23" y="23"/>
                </a:cubicBezTo>
                <a:cubicBezTo>
                  <a:pt x="23" y="23"/>
                  <a:pt x="23" y="24"/>
                  <a:pt x="22" y="24"/>
                </a:cubicBezTo>
                <a:cubicBezTo>
                  <a:pt x="22" y="24"/>
                  <a:pt x="22" y="24"/>
                  <a:pt x="21" y="24"/>
                </a:cubicBezTo>
                <a:cubicBezTo>
                  <a:pt x="20" y="24"/>
                  <a:pt x="19" y="25"/>
                  <a:pt x="19" y="25"/>
                </a:cubicBezTo>
                <a:cubicBezTo>
                  <a:pt x="18" y="25"/>
                  <a:pt x="18" y="26"/>
                  <a:pt x="18" y="26"/>
                </a:cubicBezTo>
                <a:cubicBezTo>
                  <a:pt x="18" y="28"/>
                  <a:pt x="18" y="28"/>
                  <a:pt x="18" y="28"/>
                </a:cubicBezTo>
                <a:cubicBezTo>
                  <a:pt x="24" y="28"/>
                  <a:pt x="24" y="28"/>
                  <a:pt x="24" y="28"/>
                </a:cubicBezTo>
                <a:cubicBezTo>
                  <a:pt x="24" y="27"/>
                  <a:pt x="24" y="27"/>
                  <a:pt x="24" y="27"/>
                </a:cubicBezTo>
                <a:close/>
                <a:moveTo>
                  <a:pt x="31" y="20"/>
                </a:moveTo>
                <a:cubicBezTo>
                  <a:pt x="29" y="20"/>
                  <a:pt x="29" y="20"/>
                  <a:pt x="29" y="20"/>
                </a:cubicBezTo>
                <a:cubicBezTo>
                  <a:pt x="25" y="25"/>
                  <a:pt x="25" y="25"/>
                  <a:pt x="25" y="25"/>
                </a:cubicBezTo>
                <a:cubicBezTo>
                  <a:pt x="25" y="26"/>
                  <a:pt x="25" y="26"/>
                  <a:pt x="25" y="26"/>
                </a:cubicBezTo>
                <a:cubicBezTo>
                  <a:pt x="29" y="26"/>
                  <a:pt x="29" y="26"/>
                  <a:pt x="29" y="26"/>
                </a:cubicBezTo>
                <a:cubicBezTo>
                  <a:pt x="29" y="28"/>
                  <a:pt x="29" y="28"/>
                  <a:pt x="29" y="28"/>
                </a:cubicBezTo>
                <a:cubicBezTo>
                  <a:pt x="31" y="28"/>
                  <a:pt x="31" y="28"/>
                  <a:pt x="31" y="28"/>
                </a:cubicBezTo>
                <a:cubicBezTo>
                  <a:pt x="31" y="26"/>
                  <a:pt x="31" y="26"/>
                  <a:pt x="31" y="26"/>
                </a:cubicBezTo>
                <a:cubicBezTo>
                  <a:pt x="32" y="26"/>
                  <a:pt x="32" y="26"/>
                  <a:pt x="32" y="26"/>
                </a:cubicBezTo>
                <a:cubicBezTo>
                  <a:pt x="32" y="25"/>
                  <a:pt x="32" y="25"/>
                  <a:pt x="32" y="25"/>
                </a:cubicBezTo>
                <a:cubicBezTo>
                  <a:pt x="31" y="25"/>
                  <a:pt x="31" y="25"/>
                  <a:pt x="31" y="25"/>
                </a:cubicBezTo>
                <a:cubicBezTo>
                  <a:pt x="31" y="20"/>
                  <a:pt x="31" y="20"/>
                  <a:pt x="31" y="20"/>
                </a:cubicBezTo>
                <a:close/>
                <a:moveTo>
                  <a:pt x="29" y="25"/>
                </a:moveTo>
                <a:cubicBezTo>
                  <a:pt x="29" y="21"/>
                  <a:pt x="29" y="21"/>
                  <a:pt x="29" y="21"/>
                </a:cubicBezTo>
                <a:cubicBezTo>
                  <a:pt x="29" y="21"/>
                  <a:pt x="29" y="21"/>
                  <a:pt x="29" y="21"/>
                </a:cubicBezTo>
                <a:cubicBezTo>
                  <a:pt x="26" y="25"/>
                  <a:pt x="26" y="25"/>
                  <a:pt x="26" y="25"/>
                </a:cubicBezTo>
                <a:lnTo>
                  <a:pt x="29" y="25"/>
                </a:lnTo>
                <a:close/>
              </a:path>
            </a:pathLst>
          </a:custGeom>
          <a:solidFill>
            <a:schemeClr val="accent4">
              <a:lumMod val="60000"/>
              <a:lumOff val="40000"/>
            </a:schemeClr>
          </a:solidFill>
          <a:ln>
            <a:noFill/>
          </a:ln>
        </p:spPr>
        <p:txBody>
          <a:bodyPr vert="horz" wrap="square" lIns="121889" tIns="60944" rIns="121889" bIns="6094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a:ln>
                <a:noFill/>
              </a:ln>
              <a:solidFill>
                <a:schemeClr val="bg1"/>
              </a:solidFill>
              <a:effectLst/>
              <a:uLnTx/>
              <a:uFillTx/>
              <a:latin typeface="等线" panose="02010600030101010101" charset="-122"/>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pic>
        <p:nvPicPr>
          <p:cNvPr id="117" name="Image" descr="Image"/>
          <p:cNvPicPr>
            <a:picLocks noChangeAspect="1"/>
          </p:cNvPicPr>
          <p:nvPr/>
        </p:nvPicPr>
        <p:blipFill>
          <a:blip r:embed="rId1"/>
          <a:stretch>
            <a:fillRect/>
          </a:stretch>
        </p:blipFill>
        <p:spPr>
          <a:xfrm>
            <a:off x="487559" y="1834470"/>
            <a:ext cx="5571533" cy="3211267"/>
          </a:xfrm>
          <a:prstGeom prst="rect">
            <a:avLst/>
          </a:prstGeom>
          <a:ln w="12700">
            <a:miter lim="400000"/>
            <a:headEnd/>
            <a:tailEnd/>
          </a:ln>
        </p:spPr>
      </p:pic>
      <p:sp>
        <p:nvSpPr>
          <p:cNvPr id="118" name="Rectangle 117"/>
          <p:cNvSpPr/>
          <p:nvPr/>
        </p:nvSpPr>
        <p:spPr>
          <a:xfrm>
            <a:off x="1155660" y="2022934"/>
            <a:ext cx="4235330" cy="2647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grpSp>
        <p:nvGrpSpPr>
          <p:cNvPr id="6" name="组合 5"/>
          <p:cNvGrpSpPr/>
          <p:nvPr/>
        </p:nvGrpSpPr>
        <p:grpSpPr>
          <a:xfrm>
            <a:off x="6893250" y="1712592"/>
            <a:ext cx="3668164" cy="4026660"/>
            <a:chOff x="6893250" y="1712592"/>
            <a:chExt cx="3668164" cy="4026660"/>
          </a:xfrm>
        </p:grpSpPr>
        <p:sp>
          <p:nvSpPr>
            <p:cNvPr id="85" name="TextBox 84"/>
            <p:cNvSpPr txBox="1"/>
            <p:nvPr/>
          </p:nvSpPr>
          <p:spPr>
            <a:xfrm>
              <a:off x="6920501" y="2245184"/>
              <a:ext cx="3640913" cy="1111651"/>
            </a:xfrm>
            <a:prstGeom prst="rect">
              <a:avLst/>
            </a:prstGeom>
            <a:noFill/>
          </p:spPr>
          <p:txBody>
            <a:bodyPr wrap="square" numCol="1" spcCol="45720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kumimoji="0" lang="zh-CN" altLang="en-US" sz="900" b="0" i="0" u="none" strike="noStrike" kern="1200" cap="none" spc="0" normalizeH="0" baseline="0" noProof="0" dirty="0">
                <a:ln>
                  <a:noFill/>
                </a:ln>
                <a:solidFill>
                  <a:schemeClr val="lt1"/>
                </a:solidFill>
                <a:effectLst/>
                <a:uLnTx/>
                <a:uFillTx/>
                <a:latin typeface="..黑体UI-韩语" pitchFamily="2" charset="-128"/>
                <a:ea typeface="..黑体UI-韩语" pitchFamily="2" charset="-128"/>
                <a:cs typeface="..黑体UI-韩语" pitchFamily="2" charset="-128"/>
              </a:endParaRPr>
            </a:p>
          </p:txBody>
        </p:sp>
        <p:sp>
          <p:nvSpPr>
            <p:cNvPr id="86" name="TextBox 85"/>
            <p:cNvSpPr txBox="1"/>
            <p:nvPr/>
          </p:nvSpPr>
          <p:spPr>
            <a:xfrm>
              <a:off x="6920501" y="1712592"/>
              <a:ext cx="3002285" cy="386965"/>
            </a:xfrm>
            <a:prstGeom prst="rect">
              <a:avLst/>
            </a:prstGeom>
            <a:noFill/>
          </p:spPr>
          <p:txBody>
            <a:bodyPr wrap="square" rtlCol="0" anchor="ctr">
              <a:spAutoFit/>
            </a:bodyPr>
            <a:lstStyle/>
            <a:p>
              <a:pPr marL="0" marR="0" lvl="0" indent="0" algn="l" defTabSz="914400" rtl="0" eaLnBrk="1" fontAlgn="auto" latinLnBrk="0" hangingPunct="1">
                <a:lnSpc>
                  <a:spcPts val="2500"/>
                </a:lnSpc>
                <a:spcBef>
                  <a:spcPts val="0"/>
                </a:spcBef>
                <a:spcAft>
                  <a:spcPts val="0"/>
                </a:spcAft>
                <a:buClrTx/>
                <a:buSzTx/>
                <a:buFontTx/>
                <a:buNone/>
                <a:defRPr/>
              </a:pPr>
              <a:r>
                <a:rPr kumimoji="0" lang="en-US" sz="1600" b="0" i="0" u="none" strike="noStrike" kern="1200" cap="none" spc="400" normalizeH="0" baseline="0" noProof="0" dirty="0">
                  <a:ln>
                    <a:noFill/>
                  </a:ln>
                  <a:solidFill>
                    <a:schemeClr val="lt1"/>
                  </a:solidFill>
                  <a:effectLst/>
                  <a:uLnTx/>
                  <a:uFillTx/>
                  <a:latin typeface="Montserrat Medium" panose="00000600000000000000" pitchFamily="50" charset="0"/>
                  <a:ea typeface="Montserrat Black" panose="00000A00000000000000" charset="0"/>
                  <a:cs typeface="Montserrat Black" panose="00000A00000000000000" charset="0"/>
                </a:rPr>
                <a:t>DEVICE MOCKUP</a:t>
              </a:r>
              <a:endParaRPr kumimoji="0" lang="en-US" sz="1600" b="0" i="0" u="none" strike="noStrike" kern="1200" cap="none" spc="400" normalizeH="0" baseline="0" noProof="0" dirty="0">
                <a:ln>
                  <a:noFill/>
                </a:ln>
                <a:solidFill>
                  <a:schemeClr val="lt1"/>
                </a:solidFill>
                <a:effectLst/>
                <a:uLnTx/>
                <a:uFillTx/>
                <a:latin typeface="Montserrat Medium" panose="00000600000000000000" pitchFamily="50" charset="0"/>
                <a:ea typeface="Montserrat Black" panose="00000A00000000000000" charset="0"/>
                <a:cs typeface="Montserrat Black" panose="00000A00000000000000" charset="0"/>
              </a:endParaRPr>
            </a:p>
          </p:txBody>
        </p:sp>
        <p:grpSp>
          <p:nvGrpSpPr>
            <p:cNvPr id="120" name="Group 119"/>
            <p:cNvGrpSpPr/>
            <p:nvPr/>
          </p:nvGrpSpPr>
          <p:grpSpPr>
            <a:xfrm>
              <a:off x="6920501" y="3737278"/>
              <a:ext cx="3388956" cy="553998"/>
              <a:chOff x="1089833" y="3688322"/>
              <a:chExt cx="3388956" cy="553998"/>
            </a:xfrm>
          </p:grpSpPr>
          <p:sp>
            <p:nvSpPr>
              <p:cNvPr id="121" name="Rectangle 120"/>
              <p:cNvSpPr/>
              <p:nvPr/>
            </p:nvSpPr>
            <p:spPr>
              <a:xfrm>
                <a:off x="1089833" y="3688322"/>
                <a:ext cx="569387"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rPr>
                  <a:t></a:t>
                </a:r>
                <a:endPar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endParaRPr>
              </a:p>
            </p:txBody>
          </p:sp>
          <p:sp>
            <p:nvSpPr>
              <p:cNvPr id="122" name="TextBox 121"/>
              <p:cNvSpPr txBox="1"/>
              <p:nvPr/>
            </p:nvSpPr>
            <p:spPr>
              <a:xfrm>
                <a:off x="1717049" y="3737278"/>
                <a:ext cx="2761740"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lt1"/>
                  </a:solidFill>
                  <a:effectLst/>
                  <a:uLnTx/>
                  <a:uFillTx/>
                  <a:latin typeface="Montserrat Light" pitchFamily="50" charset="0"/>
                  <a:ea typeface="Open Sans" panose="020B0606030504020204" pitchFamily="34" charset="0"/>
                  <a:cs typeface="Open Sans" panose="020B0606030504020204" pitchFamily="34" charset="0"/>
                </a:endParaRPr>
              </a:p>
            </p:txBody>
          </p:sp>
        </p:grpSp>
        <p:grpSp>
          <p:nvGrpSpPr>
            <p:cNvPr id="123" name="Group 122"/>
            <p:cNvGrpSpPr/>
            <p:nvPr/>
          </p:nvGrpSpPr>
          <p:grpSpPr>
            <a:xfrm>
              <a:off x="6893250" y="4461266"/>
              <a:ext cx="3575377" cy="553998"/>
              <a:chOff x="1062582" y="4416393"/>
              <a:chExt cx="3575377" cy="553998"/>
            </a:xfrm>
          </p:grpSpPr>
          <p:sp>
            <p:nvSpPr>
              <p:cNvPr id="124" name="Rectangle 123"/>
              <p:cNvSpPr/>
              <p:nvPr/>
            </p:nvSpPr>
            <p:spPr>
              <a:xfrm>
                <a:off x="1062582" y="4416393"/>
                <a:ext cx="569388"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rPr>
                  <a:t></a:t>
                </a:r>
                <a:endPar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endParaRPr>
              </a:p>
            </p:txBody>
          </p:sp>
          <p:sp>
            <p:nvSpPr>
              <p:cNvPr id="125" name="TextBox 124"/>
              <p:cNvSpPr txBox="1"/>
              <p:nvPr/>
            </p:nvSpPr>
            <p:spPr>
              <a:xfrm>
                <a:off x="1717049" y="4465349"/>
                <a:ext cx="2920910"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lt1"/>
                  </a:solidFill>
                  <a:effectLst/>
                  <a:uLnTx/>
                  <a:uFillTx/>
                  <a:latin typeface="Montserrat Light" pitchFamily="50" charset="0"/>
                  <a:ea typeface="Open Sans" panose="020B0606030504020204" pitchFamily="34" charset="0"/>
                  <a:cs typeface="Open Sans" panose="020B0606030504020204" pitchFamily="34" charset="0"/>
                </a:endParaRPr>
              </a:p>
            </p:txBody>
          </p:sp>
        </p:grpSp>
        <p:grpSp>
          <p:nvGrpSpPr>
            <p:cNvPr id="126" name="Group 125"/>
            <p:cNvGrpSpPr/>
            <p:nvPr/>
          </p:nvGrpSpPr>
          <p:grpSpPr>
            <a:xfrm>
              <a:off x="6906875" y="5185254"/>
              <a:ext cx="3390472" cy="553998"/>
              <a:chOff x="1076207" y="5136298"/>
              <a:chExt cx="3390472" cy="553998"/>
            </a:xfrm>
          </p:grpSpPr>
          <p:sp>
            <p:nvSpPr>
              <p:cNvPr id="127" name="Rectangle 126"/>
              <p:cNvSpPr/>
              <p:nvPr/>
            </p:nvSpPr>
            <p:spPr>
              <a:xfrm>
                <a:off x="1076207" y="5136298"/>
                <a:ext cx="569388"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rPr>
                  <a:t></a:t>
                </a:r>
                <a:endPar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endParaRPr>
              </a:p>
            </p:txBody>
          </p:sp>
          <p:sp>
            <p:nvSpPr>
              <p:cNvPr id="128" name="TextBox 127"/>
              <p:cNvSpPr txBox="1"/>
              <p:nvPr/>
            </p:nvSpPr>
            <p:spPr>
              <a:xfrm>
                <a:off x="1717049" y="5185254"/>
                <a:ext cx="2749630"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lt1"/>
                  </a:solidFill>
                  <a:effectLst/>
                  <a:uLnTx/>
                  <a:uFillTx/>
                  <a:latin typeface="Montserrat Light" pitchFamily="50" charset="0"/>
                  <a:ea typeface="Open Sans" panose="020B0606030504020204" pitchFamily="34" charset="0"/>
                  <a:cs typeface="Open Sans" panose="020B0606030504020204" pitchFamily="34" charset="0"/>
                </a:endParaRPr>
              </a:p>
            </p:txBody>
          </p:sp>
        </p:grpSp>
      </p:grpSp>
      <p:pic>
        <p:nvPicPr>
          <p:cNvPr id="4" name="图片占位符 3"/>
          <p:cNvPicPr>
            <a:picLocks noGrp="1" noChangeAspect="1"/>
          </p:cNvPicPr>
          <p:nvPr>
            <p:ph type="pic" sz="quarter" idx="22"/>
          </p:nvPr>
        </p:nvPicPr>
        <p:blipFill>
          <a:blip r:embed="rId2" cstate="screen"/>
          <a:srcRect/>
          <a:stretch>
            <a:fillRect/>
          </a:stretch>
        </p:blipFill>
        <p:spPr>
          <a:blipFill>
            <a:blip r:embed="rId3" cstate="screen"/>
            <a:stretch>
              <a:fillRect/>
            </a:stretch>
          </a:blipFill>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4" name="矩形 3"/>
          <p:cNvSpPr/>
          <p:nvPr/>
        </p:nvSpPr>
        <p:spPr>
          <a:xfrm>
            <a:off x="826719" y="-1"/>
            <a:ext cx="10607328" cy="3762001"/>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pSp>
        <p:nvGrpSpPr>
          <p:cNvPr id="5" name="组合 4"/>
          <p:cNvGrpSpPr/>
          <p:nvPr/>
        </p:nvGrpSpPr>
        <p:grpSpPr>
          <a:xfrm>
            <a:off x="1336000" y="4601734"/>
            <a:ext cx="3086611" cy="971550"/>
            <a:chOff x="11445" y="554"/>
            <a:chExt cx="3581" cy="1530"/>
          </a:xfrm>
        </p:grpSpPr>
        <p:sp>
          <p:nvSpPr>
            <p:cNvPr id="6" name="文本框 5"/>
            <p:cNvSpPr txBox="1"/>
            <p:nvPr/>
          </p:nvSpPr>
          <p:spPr>
            <a:xfrm>
              <a:off x="11445" y="1202"/>
              <a:ext cx="3581" cy="882"/>
            </a:xfrm>
            <a:prstGeom prst="rect">
              <a:avLst/>
            </a:prstGeom>
            <a:noFill/>
          </p:spPr>
          <p:txBody>
            <a:bodyPr wrap="square" rtlCol="0" anchor="t">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7" name="文本框 6"/>
            <p:cNvSpPr txBox="1"/>
            <p:nvPr/>
          </p:nvSpPr>
          <p:spPr>
            <a:xfrm>
              <a:off x="11445" y="554"/>
              <a:ext cx="3348"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grpSp>
        <p:nvGrpSpPr>
          <p:cNvPr id="8" name="组合 7"/>
          <p:cNvGrpSpPr/>
          <p:nvPr/>
        </p:nvGrpSpPr>
        <p:grpSpPr>
          <a:xfrm>
            <a:off x="4824275" y="4601734"/>
            <a:ext cx="3086611" cy="971550"/>
            <a:chOff x="11445" y="554"/>
            <a:chExt cx="3581" cy="1530"/>
          </a:xfrm>
        </p:grpSpPr>
        <p:sp>
          <p:nvSpPr>
            <p:cNvPr id="9" name="文本框 8"/>
            <p:cNvSpPr txBox="1"/>
            <p:nvPr/>
          </p:nvSpPr>
          <p:spPr>
            <a:xfrm>
              <a:off x="11445" y="1202"/>
              <a:ext cx="3581" cy="882"/>
            </a:xfrm>
            <a:prstGeom prst="rect">
              <a:avLst/>
            </a:prstGeom>
            <a:noFill/>
          </p:spPr>
          <p:txBody>
            <a:bodyPr wrap="square" rtlCol="0" anchor="t">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10" name="文本框 9"/>
            <p:cNvSpPr txBox="1"/>
            <p:nvPr/>
          </p:nvSpPr>
          <p:spPr>
            <a:xfrm>
              <a:off x="11445" y="554"/>
              <a:ext cx="3348"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grpSp>
        <p:nvGrpSpPr>
          <p:cNvPr id="11" name="组合 10"/>
          <p:cNvGrpSpPr/>
          <p:nvPr/>
        </p:nvGrpSpPr>
        <p:grpSpPr>
          <a:xfrm>
            <a:off x="8111718" y="4538576"/>
            <a:ext cx="3086611" cy="971550"/>
            <a:chOff x="11445" y="554"/>
            <a:chExt cx="3581" cy="1530"/>
          </a:xfrm>
        </p:grpSpPr>
        <p:sp>
          <p:nvSpPr>
            <p:cNvPr id="12" name="文本框 11"/>
            <p:cNvSpPr txBox="1"/>
            <p:nvPr/>
          </p:nvSpPr>
          <p:spPr>
            <a:xfrm>
              <a:off x="11445" y="1202"/>
              <a:ext cx="3581" cy="882"/>
            </a:xfrm>
            <a:prstGeom prst="rect">
              <a:avLst/>
            </a:prstGeom>
            <a:noFill/>
          </p:spPr>
          <p:txBody>
            <a:bodyPr wrap="square" rtlCol="0" anchor="t">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13" name="文本框 12"/>
            <p:cNvSpPr txBox="1"/>
            <p:nvPr/>
          </p:nvSpPr>
          <p:spPr>
            <a:xfrm>
              <a:off x="11445" y="554"/>
              <a:ext cx="3348"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sp>
        <p:nvSpPr>
          <p:cNvPr id="15" name="Freeform 229"/>
          <p:cNvSpPr>
            <a:spLocks noEditPoints="1"/>
          </p:cNvSpPr>
          <p:nvPr/>
        </p:nvSpPr>
        <p:spPr bwMode="auto">
          <a:xfrm>
            <a:off x="8602245" y="4164241"/>
            <a:ext cx="278706" cy="278706"/>
          </a:xfrm>
          <a:custGeom>
            <a:avLst/>
            <a:gdLst>
              <a:gd name="T0" fmla="*/ 15 w 29"/>
              <a:gd name="T1" fmla="*/ 3 h 29"/>
              <a:gd name="T2" fmla="*/ 4 w 29"/>
              <a:gd name="T3" fmla="*/ 14 h 29"/>
              <a:gd name="T4" fmla="*/ 15 w 29"/>
              <a:gd name="T5" fmla="*/ 25 h 29"/>
              <a:gd name="T6" fmla="*/ 26 w 29"/>
              <a:gd name="T7" fmla="*/ 14 h 29"/>
              <a:gd name="T8" fmla="*/ 15 w 29"/>
              <a:gd name="T9" fmla="*/ 3 h 29"/>
              <a:gd name="T10" fmla="*/ 15 w 29"/>
              <a:gd name="T11" fmla="*/ 9 h 29"/>
              <a:gd name="T12" fmla="*/ 15 w 29"/>
              <a:gd name="T13" fmla="*/ 8 h 29"/>
              <a:gd name="T14" fmla="*/ 16 w 29"/>
              <a:gd name="T15" fmla="*/ 7 h 29"/>
              <a:gd name="T16" fmla="*/ 17 w 29"/>
              <a:gd name="T17" fmla="*/ 7 h 29"/>
              <a:gd name="T18" fmla="*/ 17 w 29"/>
              <a:gd name="T19" fmla="*/ 8 h 29"/>
              <a:gd name="T20" fmla="*/ 17 w 29"/>
              <a:gd name="T21" fmla="*/ 9 h 29"/>
              <a:gd name="T22" fmla="*/ 16 w 29"/>
              <a:gd name="T23" fmla="*/ 10 h 29"/>
              <a:gd name="T24" fmla="*/ 15 w 29"/>
              <a:gd name="T25" fmla="*/ 9 h 29"/>
              <a:gd name="T26" fmla="*/ 15 w 29"/>
              <a:gd name="T27" fmla="*/ 9 h 29"/>
              <a:gd name="T28" fmla="*/ 12 w 29"/>
              <a:gd name="T29" fmla="*/ 14 h 29"/>
              <a:gd name="T30" fmla="*/ 12 w 29"/>
              <a:gd name="T31" fmla="*/ 14 h 29"/>
              <a:gd name="T32" fmla="*/ 15 w 29"/>
              <a:gd name="T33" fmla="*/ 12 h 29"/>
              <a:gd name="T34" fmla="*/ 16 w 29"/>
              <a:gd name="T35" fmla="*/ 11 h 29"/>
              <a:gd name="T36" fmla="*/ 16 w 29"/>
              <a:gd name="T37" fmla="*/ 12 h 29"/>
              <a:gd name="T38" fmla="*/ 16 w 29"/>
              <a:gd name="T39" fmla="*/ 12 h 29"/>
              <a:gd name="T40" fmla="*/ 16 w 29"/>
              <a:gd name="T41" fmla="*/ 15 h 29"/>
              <a:gd name="T42" fmla="*/ 15 w 29"/>
              <a:gd name="T43" fmla="*/ 16 h 29"/>
              <a:gd name="T44" fmla="*/ 15 w 29"/>
              <a:gd name="T45" fmla="*/ 19 h 29"/>
              <a:gd name="T46" fmla="*/ 15 w 29"/>
              <a:gd name="T47" fmla="*/ 19 h 29"/>
              <a:gd name="T48" fmla="*/ 17 w 29"/>
              <a:gd name="T49" fmla="*/ 18 h 29"/>
              <a:gd name="T50" fmla="*/ 17 w 29"/>
              <a:gd name="T51" fmla="*/ 19 h 29"/>
              <a:gd name="T52" fmla="*/ 15 w 29"/>
              <a:gd name="T53" fmla="*/ 20 h 29"/>
              <a:gd name="T54" fmla="*/ 14 w 29"/>
              <a:gd name="T55" fmla="*/ 21 h 29"/>
              <a:gd name="T56" fmla="*/ 13 w 29"/>
              <a:gd name="T57" fmla="*/ 21 h 29"/>
              <a:gd name="T58" fmla="*/ 13 w 29"/>
              <a:gd name="T59" fmla="*/ 20 h 29"/>
              <a:gd name="T60" fmla="*/ 12 w 29"/>
              <a:gd name="T61" fmla="*/ 20 h 29"/>
              <a:gd name="T62" fmla="*/ 13 w 29"/>
              <a:gd name="T63" fmla="*/ 18 h 29"/>
              <a:gd name="T64" fmla="*/ 13 w 29"/>
              <a:gd name="T65" fmla="*/ 16 h 29"/>
              <a:gd name="T66" fmla="*/ 14 w 29"/>
              <a:gd name="T67" fmla="*/ 13 h 29"/>
              <a:gd name="T68" fmla="*/ 14 w 29"/>
              <a:gd name="T69" fmla="*/ 13 h 29"/>
              <a:gd name="T70" fmla="*/ 13 w 29"/>
              <a:gd name="T71" fmla="*/ 13 h 29"/>
              <a:gd name="T72" fmla="*/ 12 w 29"/>
              <a:gd name="T73" fmla="*/ 14 h 29"/>
              <a:gd name="T74" fmla="*/ 15 w 29"/>
              <a:gd name="T75" fmla="*/ 0 h 29"/>
              <a:gd name="T76" fmla="*/ 29 w 29"/>
              <a:gd name="T77" fmla="*/ 14 h 29"/>
              <a:gd name="T78" fmla="*/ 15 w 29"/>
              <a:gd name="T79" fmla="*/ 29 h 29"/>
              <a:gd name="T80" fmla="*/ 0 w 29"/>
              <a:gd name="T81" fmla="*/ 14 h 29"/>
              <a:gd name="T82" fmla="*/ 15 w 29"/>
              <a:gd name="T83" fmla="*/ 0 h 29"/>
              <a:gd name="T84" fmla="*/ 15 w 29"/>
              <a:gd name="T85" fmla="*/ 2 h 29"/>
              <a:gd name="T86" fmla="*/ 27 w 29"/>
              <a:gd name="T87" fmla="*/ 14 h 29"/>
              <a:gd name="T88" fmla="*/ 15 w 29"/>
              <a:gd name="T89" fmla="*/ 27 h 29"/>
              <a:gd name="T90" fmla="*/ 2 w 29"/>
              <a:gd name="T91" fmla="*/ 14 h 29"/>
              <a:gd name="T92" fmla="*/ 15 w 29"/>
              <a:gd name="T93"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 h="29">
                <a:moveTo>
                  <a:pt x="15" y="3"/>
                </a:moveTo>
                <a:cubicBezTo>
                  <a:pt x="9" y="3"/>
                  <a:pt x="4" y="8"/>
                  <a:pt x="4" y="14"/>
                </a:cubicBezTo>
                <a:cubicBezTo>
                  <a:pt x="4" y="20"/>
                  <a:pt x="9" y="25"/>
                  <a:pt x="15" y="25"/>
                </a:cubicBezTo>
                <a:cubicBezTo>
                  <a:pt x="21" y="25"/>
                  <a:pt x="26" y="20"/>
                  <a:pt x="26" y="14"/>
                </a:cubicBezTo>
                <a:cubicBezTo>
                  <a:pt x="26" y="8"/>
                  <a:pt x="21" y="3"/>
                  <a:pt x="15" y="3"/>
                </a:cubicBezTo>
                <a:close/>
                <a:moveTo>
                  <a:pt x="15" y="9"/>
                </a:moveTo>
                <a:cubicBezTo>
                  <a:pt x="15" y="8"/>
                  <a:pt x="15" y="8"/>
                  <a:pt x="15" y="8"/>
                </a:cubicBezTo>
                <a:cubicBezTo>
                  <a:pt x="15" y="7"/>
                  <a:pt x="16" y="7"/>
                  <a:pt x="16" y="7"/>
                </a:cubicBezTo>
                <a:cubicBezTo>
                  <a:pt x="16" y="7"/>
                  <a:pt x="17" y="7"/>
                  <a:pt x="17" y="7"/>
                </a:cubicBezTo>
                <a:cubicBezTo>
                  <a:pt x="17" y="8"/>
                  <a:pt x="17" y="8"/>
                  <a:pt x="17" y="8"/>
                </a:cubicBezTo>
                <a:cubicBezTo>
                  <a:pt x="17" y="9"/>
                  <a:pt x="17" y="9"/>
                  <a:pt x="17" y="9"/>
                </a:cubicBezTo>
                <a:cubicBezTo>
                  <a:pt x="17" y="9"/>
                  <a:pt x="16" y="10"/>
                  <a:pt x="16" y="10"/>
                </a:cubicBezTo>
                <a:cubicBezTo>
                  <a:pt x="16" y="10"/>
                  <a:pt x="15" y="10"/>
                  <a:pt x="15" y="9"/>
                </a:cubicBezTo>
                <a:cubicBezTo>
                  <a:pt x="15" y="9"/>
                  <a:pt x="15" y="9"/>
                  <a:pt x="15" y="9"/>
                </a:cubicBezTo>
                <a:close/>
                <a:moveTo>
                  <a:pt x="12" y="14"/>
                </a:moveTo>
                <a:cubicBezTo>
                  <a:pt x="12" y="14"/>
                  <a:pt x="12" y="14"/>
                  <a:pt x="12" y="14"/>
                </a:cubicBezTo>
                <a:cubicBezTo>
                  <a:pt x="13" y="13"/>
                  <a:pt x="14" y="12"/>
                  <a:pt x="15" y="12"/>
                </a:cubicBezTo>
                <a:cubicBezTo>
                  <a:pt x="15" y="11"/>
                  <a:pt x="15" y="11"/>
                  <a:pt x="16" y="11"/>
                </a:cubicBezTo>
                <a:cubicBezTo>
                  <a:pt x="16" y="11"/>
                  <a:pt x="16" y="11"/>
                  <a:pt x="16" y="12"/>
                </a:cubicBezTo>
                <a:cubicBezTo>
                  <a:pt x="16" y="12"/>
                  <a:pt x="16" y="12"/>
                  <a:pt x="16" y="12"/>
                </a:cubicBezTo>
                <a:cubicBezTo>
                  <a:pt x="16" y="13"/>
                  <a:pt x="16" y="13"/>
                  <a:pt x="16" y="15"/>
                </a:cubicBezTo>
                <a:cubicBezTo>
                  <a:pt x="15" y="16"/>
                  <a:pt x="15" y="16"/>
                  <a:pt x="15" y="16"/>
                </a:cubicBezTo>
                <a:cubicBezTo>
                  <a:pt x="15" y="17"/>
                  <a:pt x="15" y="18"/>
                  <a:pt x="15" y="19"/>
                </a:cubicBezTo>
                <a:cubicBezTo>
                  <a:pt x="15" y="19"/>
                  <a:pt x="15" y="19"/>
                  <a:pt x="15" y="19"/>
                </a:cubicBezTo>
                <a:cubicBezTo>
                  <a:pt x="15" y="19"/>
                  <a:pt x="16" y="19"/>
                  <a:pt x="17" y="18"/>
                </a:cubicBezTo>
                <a:cubicBezTo>
                  <a:pt x="17" y="19"/>
                  <a:pt x="17" y="19"/>
                  <a:pt x="17" y="19"/>
                </a:cubicBezTo>
                <a:cubicBezTo>
                  <a:pt x="15" y="20"/>
                  <a:pt x="15" y="20"/>
                  <a:pt x="15" y="20"/>
                </a:cubicBezTo>
                <a:cubicBezTo>
                  <a:pt x="14" y="20"/>
                  <a:pt x="14" y="20"/>
                  <a:pt x="14" y="21"/>
                </a:cubicBezTo>
                <a:cubicBezTo>
                  <a:pt x="14" y="21"/>
                  <a:pt x="13" y="21"/>
                  <a:pt x="13" y="21"/>
                </a:cubicBezTo>
                <a:cubicBezTo>
                  <a:pt x="13" y="21"/>
                  <a:pt x="13" y="21"/>
                  <a:pt x="13" y="20"/>
                </a:cubicBezTo>
                <a:cubicBezTo>
                  <a:pt x="13" y="20"/>
                  <a:pt x="12" y="20"/>
                  <a:pt x="12" y="20"/>
                </a:cubicBezTo>
                <a:cubicBezTo>
                  <a:pt x="12" y="19"/>
                  <a:pt x="13" y="19"/>
                  <a:pt x="13" y="18"/>
                </a:cubicBezTo>
                <a:cubicBezTo>
                  <a:pt x="13" y="16"/>
                  <a:pt x="13" y="16"/>
                  <a:pt x="13" y="16"/>
                </a:cubicBezTo>
                <a:cubicBezTo>
                  <a:pt x="14" y="15"/>
                  <a:pt x="14" y="14"/>
                  <a:pt x="14" y="13"/>
                </a:cubicBezTo>
                <a:cubicBezTo>
                  <a:pt x="14" y="13"/>
                  <a:pt x="14" y="13"/>
                  <a:pt x="14" y="13"/>
                </a:cubicBezTo>
                <a:cubicBezTo>
                  <a:pt x="14" y="13"/>
                  <a:pt x="13" y="13"/>
                  <a:pt x="13" y="13"/>
                </a:cubicBezTo>
                <a:cubicBezTo>
                  <a:pt x="13" y="14"/>
                  <a:pt x="12" y="14"/>
                  <a:pt x="12" y="14"/>
                </a:cubicBezTo>
                <a:close/>
                <a:moveTo>
                  <a:pt x="15" y="0"/>
                </a:moveTo>
                <a:cubicBezTo>
                  <a:pt x="23" y="0"/>
                  <a:pt x="29" y="6"/>
                  <a:pt x="29" y="14"/>
                </a:cubicBezTo>
                <a:cubicBezTo>
                  <a:pt x="29" y="22"/>
                  <a:pt x="23" y="29"/>
                  <a:pt x="15" y="29"/>
                </a:cubicBezTo>
                <a:cubicBezTo>
                  <a:pt x="7" y="29"/>
                  <a:pt x="0" y="22"/>
                  <a:pt x="0" y="14"/>
                </a:cubicBezTo>
                <a:cubicBezTo>
                  <a:pt x="0" y="6"/>
                  <a:pt x="7" y="0"/>
                  <a:pt x="15" y="0"/>
                </a:cubicBezTo>
                <a:close/>
                <a:moveTo>
                  <a:pt x="15" y="2"/>
                </a:moveTo>
                <a:cubicBezTo>
                  <a:pt x="22" y="2"/>
                  <a:pt x="27" y="7"/>
                  <a:pt x="27" y="14"/>
                </a:cubicBezTo>
                <a:cubicBezTo>
                  <a:pt x="27" y="21"/>
                  <a:pt x="22" y="27"/>
                  <a:pt x="15" y="27"/>
                </a:cubicBezTo>
                <a:cubicBezTo>
                  <a:pt x="8" y="27"/>
                  <a:pt x="2" y="21"/>
                  <a:pt x="2" y="14"/>
                </a:cubicBezTo>
                <a:cubicBezTo>
                  <a:pt x="2" y="7"/>
                  <a:pt x="8" y="2"/>
                  <a:pt x="15" y="2"/>
                </a:cubicBezTo>
                <a:close/>
              </a:path>
            </a:pathLst>
          </a:custGeom>
          <a:solidFill>
            <a:schemeClr val="accent4">
              <a:lumMod val="60000"/>
              <a:lumOff val="40000"/>
            </a:schemeClr>
          </a:solidFill>
          <a:ln>
            <a:noFill/>
          </a:ln>
        </p:spPr>
        <p:txBody>
          <a:bodyPr vert="horz" wrap="square" lIns="121889" tIns="60944" rIns="121889" bIns="6094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a:ln>
                <a:noFill/>
              </a:ln>
              <a:solidFill>
                <a:prstClr val="black"/>
              </a:solidFill>
              <a:effectLst/>
              <a:uLnTx/>
              <a:uFillTx/>
              <a:latin typeface="等线" panose="02010600030101010101" charset="-122"/>
              <a:ea typeface="+mn-ea"/>
              <a:cs typeface="+mn-cs"/>
            </a:endParaRPr>
          </a:p>
        </p:txBody>
      </p:sp>
      <p:sp>
        <p:nvSpPr>
          <p:cNvPr id="16" name="Freeform 230"/>
          <p:cNvSpPr>
            <a:spLocks noEditPoints="1"/>
          </p:cNvSpPr>
          <p:nvPr/>
        </p:nvSpPr>
        <p:spPr bwMode="auto">
          <a:xfrm>
            <a:off x="1934227" y="4133402"/>
            <a:ext cx="278706" cy="278706"/>
          </a:xfrm>
          <a:custGeom>
            <a:avLst/>
            <a:gdLst>
              <a:gd name="T0" fmla="*/ 15 w 29"/>
              <a:gd name="T1" fmla="*/ 0 h 29"/>
              <a:gd name="T2" fmla="*/ 0 w 29"/>
              <a:gd name="T3" fmla="*/ 14 h 29"/>
              <a:gd name="T4" fmla="*/ 15 w 29"/>
              <a:gd name="T5" fmla="*/ 29 h 29"/>
              <a:gd name="T6" fmla="*/ 29 w 29"/>
              <a:gd name="T7" fmla="*/ 14 h 29"/>
              <a:gd name="T8" fmla="*/ 15 w 29"/>
              <a:gd name="T9" fmla="*/ 0 h 29"/>
              <a:gd name="T10" fmla="*/ 15 w 29"/>
              <a:gd name="T11" fmla="*/ 3 h 29"/>
              <a:gd name="T12" fmla="*/ 26 w 29"/>
              <a:gd name="T13" fmla="*/ 14 h 29"/>
              <a:gd name="T14" fmla="*/ 15 w 29"/>
              <a:gd name="T15" fmla="*/ 25 h 29"/>
              <a:gd name="T16" fmla="*/ 4 w 29"/>
              <a:gd name="T17" fmla="*/ 14 h 29"/>
              <a:gd name="T18" fmla="*/ 15 w 29"/>
              <a:gd name="T19" fmla="*/ 3 h 29"/>
              <a:gd name="T20" fmla="*/ 16 w 29"/>
              <a:gd name="T21" fmla="*/ 19 h 29"/>
              <a:gd name="T22" fmla="*/ 16 w 29"/>
              <a:gd name="T23" fmla="*/ 22 h 29"/>
              <a:gd name="T24" fmla="*/ 14 w 29"/>
              <a:gd name="T25" fmla="*/ 22 h 29"/>
              <a:gd name="T26" fmla="*/ 14 w 29"/>
              <a:gd name="T27" fmla="*/ 19 h 29"/>
              <a:gd name="T28" fmla="*/ 16 w 29"/>
              <a:gd name="T29" fmla="*/ 19 h 29"/>
              <a:gd name="T30" fmla="*/ 16 w 29"/>
              <a:gd name="T31" fmla="*/ 8 h 29"/>
              <a:gd name="T32" fmla="*/ 16 w 29"/>
              <a:gd name="T33" fmla="*/ 17 h 29"/>
              <a:gd name="T34" fmla="*/ 14 w 29"/>
              <a:gd name="T35" fmla="*/ 17 h 29"/>
              <a:gd name="T36" fmla="*/ 13 w 29"/>
              <a:gd name="T37" fmla="*/ 8 h 29"/>
              <a:gd name="T38" fmla="*/ 16 w 29"/>
              <a:gd name="T39" fmla="*/ 8 h 29"/>
              <a:gd name="T40" fmla="*/ 15 w 29"/>
              <a:gd name="T41" fmla="*/ 2 h 29"/>
              <a:gd name="T42" fmla="*/ 27 w 29"/>
              <a:gd name="T43" fmla="*/ 14 h 29"/>
              <a:gd name="T44" fmla="*/ 15 w 29"/>
              <a:gd name="T45" fmla="*/ 27 h 29"/>
              <a:gd name="T46" fmla="*/ 2 w 29"/>
              <a:gd name="T47" fmla="*/ 14 h 29"/>
              <a:gd name="T48" fmla="*/ 15 w 29"/>
              <a:gd name="T49"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29">
                <a:moveTo>
                  <a:pt x="15" y="0"/>
                </a:moveTo>
                <a:cubicBezTo>
                  <a:pt x="7" y="0"/>
                  <a:pt x="0" y="6"/>
                  <a:pt x="0" y="14"/>
                </a:cubicBezTo>
                <a:cubicBezTo>
                  <a:pt x="0" y="22"/>
                  <a:pt x="7" y="29"/>
                  <a:pt x="15" y="29"/>
                </a:cubicBezTo>
                <a:cubicBezTo>
                  <a:pt x="23" y="29"/>
                  <a:pt x="29" y="22"/>
                  <a:pt x="29" y="14"/>
                </a:cubicBezTo>
                <a:cubicBezTo>
                  <a:pt x="29" y="6"/>
                  <a:pt x="23" y="0"/>
                  <a:pt x="15" y="0"/>
                </a:cubicBezTo>
                <a:close/>
                <a:moveTo>
                  <a:pt x="15" y="3"/>
                </a:moveTo>
                <a:cubicBezTo>
                  <a:pt x="21" y="3"/>
                  <a:pt x="26" y="8"/>
                  <a:pt x="26" y="14"/>
                </a:cubicBezTo>
                <a:cubicBezTo>
                  <a:pt x="26" y="20"/>
                  <a:pt x="21" y="25"/>
                  <a:pt x="15" y="25"/>
                </a:cubicBezTo>
                <a:cubicBezTo>
                  <a:pt x="9" y="25"/>
                  <a:pt x="4" y="20"/>
                  <a:pt x="4" y="14"/>
                </a:cubicBezTo>
                <a:cubicBezTo>
                  <a:pt x="4" y="8"/>
                  <a:pt x="9" y="3"/>
                  <a:pt x="15" y="3"/>
                </a:cubicBezTo>
                <a:close/>
                <a:moveTo>
                  <a:pt x="16" y="19"/>
                </a:moveTo>
                <a:cubicBezTo>
                  <a:pt x="16" y="22"/>
                  <a:pt x="16" y="22"/>
                  <a:pt x="16" y="22"/>
                </a:cubicBezTo>
                <a:cubicBezTo>
                  <a:pt x="14" y="22"/>
                  <a:pt x="14" y="22"/>
                  <a:pt x="14" y="22"/>
                </a:cubicBezTo>
                <a:cubicBezTo>
                  <a:pt x="14" y="19"/>
                  <a:pt x="14" y="19"/>
                  <a:pt x="14" y="19"/>
                </a:cubicBezTo>
                <a:cubicBezTo>
                  <a:pt x="16" y="19"/>
                  <a:pt x="16" y="19"/>
                  <a:pt x="16" y="19"/>
                </a:cubicBezTo>
                <a:close/>
                <a:moveTo>
                  <a:pt x="16" y="8"/>
                </a:moveTo>
                <a:cubicBezTo>
                  <a:pt x="16" y="17"/>
                  <a:pt x="16" y="17"/>
                  <a:pt x="16" y="17"/>
                </a:cubicBezTo>
                <a:cubicBezTo>
                  <a:pt x="14" y="17"/>
                  <a:pt x="14" y="17"/>
                  <a:pt x="14" y="17"/>
                </a:cubicBezTo>
                <a:cubicBezTo>
                  <a:pt x="13" y="8"/>
                  <a:pt x="13" y="8"/>
                  <a:pt x="13" y="8"/>
                </a:cubicBezTo>
                <a:cubicBezTo>
                  <a:pt x="16" y="8"/>
                  <a:pt x="16" y="8"/>
                  <a:pt x="16" y="8"/>
                </a:cubicBezTo>
                <a:close/>
                <a:moveTo>
                  <a:pt x="15" y="2"/>
                </a:moveTo>
                <a:cubicBezTo>
                  <a:pt x="22" y="2"/>
                  <a:pt x="27" y="7"/>
                  <a:pt x="27" y="14"/>
                </a:cubicBezTo>
                <a:cubicBezTo>
                  <a:pt x="27" y="21"/>
                  <a:pt x="22" y="27"/>
                  <a:pt x="15" y="27"/>
                </a:cubicBezTo>
                <a:cubicBezTo>
                  <a:pt x="8" y="27"/>
                  <a:pt x="2" y="21"/>
                  <a:pt x="2" y="14"/>
                </a:cubicBezTo>
                <a:cubicBezTo>
                  <a:pt x="2" y="7"/>
                  <a:pt x="8" y="2"/>
                  <a:pt x="15" y="2"/>
                </a:cubicBezTo>
                <a:close/>
              </a:path>
            </a:pathLst>
          </a:custGeom>
          <a:solidFill>
            <a:schemeClr val="accent4">
              <a:lumMod val="60000"/>
              <a:lumOff val="40000"/>
            </a:schemeClr>
          </a:solidFill>
          <a:ln>
            <a:noFill/>
          </a:ln>
        </p:spPr>
        <p:txBody>
          <a:bodyPr vert="horz" wrap="square" lIns="121889" tIns="60944" rIns="121889" bIns="6094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a:ln>
                <a:noFill/>
              </a:ln>
              <a:solidFill>
                <a:prstClr val="black"/>
              </a:solidFill>
              <a:effectLst/>
              <a:uLnTx/>
              <a:uFillTx/>
              <a:latin typeface="等线" panose="02010600030101010101" charset="-122"/>
              <a:ea typeface="+mn-ea"/>
              <a:cs typeface="+mn-cs"/>
            </a:endParaRPr>
          </a:p>
        </p:txBody>
      </p:sp>
      <p:sp>
        <p:nvSpPr>
          <p:cNvPr id="17" name="Freeform 232"/>
          <p:cNvSpPr>
            <a:spLocks noEditPoints="1"/>
          </p:cNvSpPr>
          <p:nvPr/>
        </p:nvSpPr>
        <p:spPr bwMode="auto">
          <a:xfrm>
            <a:off x="5461471" y="4172314"/>
            <a:ext cx="316712" cy="269658"/>
          </a:xfrm>
          <a:custGeom>
            <a:avLst/>
            <a:gdLst>
              <a:gd name="T0" fmla="*/ 16 w 33"/>
              <a:gd name="T1" fmla="*/ 5 h 28"/>
              <a:gd name="T2" fmla="*/ 22 w 33"/>
              <a:gd name="T3" fmla="*/ 15 h 28"/>
              <a:gd name="T4" fmla="*/ 28 w 33"/>
              <a:gd name="T5" fmla="*/ 25 h 28"/>
              <a:gd name="T6" fmla="*/ 16 w 33"/>
              <a:gd name="T7" fmla="*/ 25 h 28"/>
              <a:gd name="T8" fmla="*/ 5 w 33"/>
              <a:gd name="T9" fmla="*/ 25 h 28"/>
              <a:gd name="T10" fmla="*/ 11 w 33"/>
              <a:gd name="T11" fmla="*/ 15 h 28"/>
              <a:gd name="T12" fmla="*/ 16 w 33"/>
              <a:gd name="T13" fmla="*/ 5 h 28"/>
              <a:gd name="T14" fmla="*/ 17 w 33"/>
              <a:gd name="T15" fmla="*/ 0 h 28"/>
              <a:gd name="T16" fmla="*/ 17 w 33"/>
              <a:gd name="T17" fmla="*/ 0 h 28"/>
              <a:gd name="T18" fmla="*/ 15 w 33"/>
              <a:gd name="T19" fmla="*/ 0 h 28"/>
              <a:gd name="T20" fmla="*/ 8 w 33"/>
              <a:gd name="T21" fmla="*/ 14 h 28"/>
              <a:gd name="T22" fmla="*/ 8 w 33"/>
              <a:gd name="T23" fmla="*/ 14 h 28"/>
              <a:gd name="T24" fmla="*/ 8 w 33"/>
              <a:gd name="T25" fmla="*/ 14 h 28"/>
              <a:gd name="T26" fmla="*/ 0 w 33"/>
              <a:gd name="T27" fmla="*/ 27 h 28"/>
              <a:gd name="T28" fmla="*/ 0 w 33"/>
              <a:gd name="T29" fmla="*/ 28 h 28"/>
              <a:gd name="T30" fmla="*/ 1 w 33"/>
              <a:gd name="T31" fmla="*/ 28 h 28"/>
              <a:gd name="T32" fmla="*/ 16 w 33"/>
              <a:gd name="T33" fmla="*/ 28 h 28"/>
              <a:gd name="T34" fmla="*/ 32 w 33"/>
              <a:gd name="T35" fmla="*/ 28 h 28"/>
              <a:gd name="T36" fmla="*/ 32 w 33"/>
              <a:gd name="T37" fmla="*/ 28 h 28"/>
              <a:gd name="T38" fmla="*/ 32 w 33"/>
              <a:gd name="T39" fmla="*/ 28 h 28"/>
              <a:gd name="T40" fmla="*/ 33 w 33"/>
              <a:gd name="T41" fmla="*/ 27 h 28"/>
              <a:gd name="T42" fmla="*/ 25 w 33"/>
              <a:gd name="T43" fmla="*/ 14 h 28"/>
              <a:gd name="T44" fmla="*/ 17 w 33"/>
              <a:gd name="T45" fmla="*/ 0 h 28"/>
              <a:gd name="T46" fmla="*/ 23 w 33"/>
              <a:gd name="T47" fmla="*/ 15 h 28"/>
              <a:gd name="T48" fmla="*/ 16 w 33"/>
              <a:gd name="T49" fmla="*/ 3 h 28"/>
              <a:gd name="T50" fmla="*/ 9 w 33"/>
              <a:gd name="T51" fmla="*/ 15 h 28"/>
              <a:gd name="T52" fmla="*/ 9 w 33"/>
              <a:gd name="T53" fmla="*/ 15 h 28"/>
              <a:gd name="T54" fmla="*/ 2 w 33"/>
              <a:gd name="T55" fmla="*/ 27 h 28"/>
              <a:gd name="T56" fmla="*/ 16 w 33"/>
              <a:gd name="T57" fmla="*/ 27 h 28"/>
              <a:gd name="T58" fmla="*/ 30 w 33"/>
              <a:gd name="T59" fmla="*/ 27 h 28"/>
              <a:gd name="T60" fmla="*/ 23 w 33"/>
              <a:gd name="T61" fmla="*/ 15 h 28"/>
              <a:gd name="T62" fmla="*/ 17 w 33"/>
              <a:gd name="T63" fmla="*/ 21 h 28"/>
              <a:gd name="T64" fmla="*/ 15 w 33"/>
              <a:gd name="T65" fmla="*/ 21 h 28"/>
              <a:gd name="T66" fmla="*/ 15 w 33"/>
              <a:gd name="T67" fmla="*/ 24 h 28"/>
              <a:gd name="T68" fmla="*/ 17 w 33"/>
              <a:gd name="T69" fmla="*/ 24 h 28"/>
              <a:gd name="T70" fmla="*/ 17 w 33"/>
              <a:gd name="T71" fmla="*/ 21 h 28"/>
              <a:gd name="T72" fmla="*/ 18 w 33"/>
              <a:gd name="T73" fmla="*/ 10 h 28"/>
              <a:gd name="T74" fmla="*/ 15 w 33"/>
              <a:gd name="T75" fmla="*/ 10 h 28"/>
              <a:gd name="T76" fmla="*/ 15 w 33"/>
              <a:gd name="T77" fmla="*/ 19 h 28"/>
              <a:gd name="T78" fmla="*/ 17 w 33"/>
              <a:gd name="T79" fmla="*/ 19 h 28"/>
              <a:gd name="T80" fmla="*/ 18 w 33"/>
              <a:gd name="T81" fmla="*/ 1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28">
                <a:moveTo>
                  <a:pt x="16" y="5"/>
                </a:moveTo>
                <a:cubicBezTo>
                  <a:pt x="22" y="15"/>
                  <a:pt x="22" y="15"/>
                  <a:pt x="22" y="15"/>
                </a:cubicBezTo>
                <a:cubicBezTo>
                  <a:pt x="28" y="25"/>
                  <a:pt x="28" y="25"/>
                  <a:pt x="28" y="25"/>
                </a:cubicBezTo>
                <a:cubicBezTo>
                  <a:pt x="16" y="25"/>
                  <a:pt x="16" y="25"/>
                  <a:pt x="16" y="25"/>
                </a:cubicBezTo>
                <a:cubicBezTo>
                  <a:pt x="5" y="25"/>
                  <a:pt x="5" y="25"/>
                  <a:pt x="5" y="25"/>
                </a:cubicBezTo>
                <a:cubicBezTo>
                  <a:pt x="11" y="15"/>
                  <a:pt x="11" y="15"/>
                  <a:pt x="11" y="15"/>
                </a:cubicBezTo>
                <a:cubicBezTo>
                  <a:pt x="16" y="5"/>
                  <a:pt x="16" y="5"/>
                  <a:pt x="16" y="5"/>
                </a:cubicBezTo>
                <a:close/>
                <a:moveTo>
                  <a:pt x="17" y="0"/>
                </a:moveTo>
                <a:cubicBezTo>
                  <a:pt x="17" y="0"/>
                  <a:pt x="17" y="0"/>
                  <a:pt x="17" y="0"/>
                </a:cubicBezTo>
                <a:cubicBezTo>
                  <a:pt x="16" y="0"/>
                  <a:pt x="16" y="0"/>
                  <a:pt x="15" y="0"/>
                </a:cubicBezTo>
                <a:cubicBezTo>
                  <a:pt x="8" y="14"/>
                  <a:pt x="8" y="14"/>
                  <a:pt x="8" y="14"/>
                </a:cubicBezTo>
                <a:cubicBezTo>
                  <a:pt x="8" y="14"/>
                  <a:pt x="8" y="14"/>
                  <a:pt x="8" y="14"/>
                </a:cubicBezTo>
                <a:cubicBezTo>
                  <a:pt x="8" y="14"/>
                  <a:pt x="8" y="14"/>
                  <a:pt x="8" y="14"/>
                </a:cubicBezTo>
                <a:cubicBezTo>
                  <a:pt x="0" y="27"/>
                  <a:pt x="0" y="27"/>
                  <a:pt x="0" y="27"/>
                </a:cubicBezTo>
                <a:cubicBezTo>
                  <a:pt x="0" y="27"/>
                  <a:pt x="0" y="27"/>
                  <a:pt x="0" y="28"/>
                </a:cubicBezTo>
                <a:cubicBezTo>
                  <a:pt x="0" y="28"/>
                  <a:pt x="0" y="28"/>
                  <a:pt x="1" y="28"/>
                </a:cubicBezTo>
                <a:cubicBezTo>
                  <a:pt x="16" y="28"/>
                  <a:pt x="16" y="28"/>
                  <a:pt x="16" y="28"/>
                </a:cubicBezTo>
                <a:cubicBezTo>
                  <a:pt x="32" y="28"/>
                  <a:pt x="32" y="28"/>
                  <a:pt x="32" y="28"/>
                </a:cubicBezTo>
                <a:cubicBezTo>
                  <a:pt x="32" y="28"/>
                  <a:pt x="32" y="28"/>
                  <a:pt x="32" y="28"/>
                </a:cubicBezTo>
                <a:cubicBezTo>
                  <a:pt x="32" y="28"/>
                  <a:pt x="32" y="28"/>
                  <a:pt x="32" y="28"/>
                </a:cubicBezTo>
                <a:cubicBezTo>
                  <a:pt x="33" y="28"/>
                  <a:pt x="33" y="27"/>
                  <a:pt x="33" y="27"/>
                </a:cubicBezTo>
                <a:cubicBezTo>
                  <a:pt x="25" y="14"/>
                  <a:pt x="25" y="14"/>
                  <a:pt x="25" y="14"/>
                </a:cubicBezTo>
                <a:cubicBezTo>
                  <a:pt x="17" y="0"/>
                  <a:pt x="17" y="0"/>
                  <a:pt x="17" y="0"/>
                </a:cubicBezTo>
                <a:close/>
                <a:moveTo>
                  <a:pt x="23" y="15"/>
                </a:moveTo>
                <a:cubicBezTo>
                  <a:pt x="16" y="3"/>
                  <a:pt x="16" y="3"/>
                  <a:pt x="16" y="3"/>
                </a:cubicBezTo>
                <a:cubicBezTo>
                  <a:pt x="9" y="15"/>
                  <a:pt x="9" y="15"/>
                  <a:pt x="9" y="15"/>
                </a:cubicBezTo>
                <a:cubicBezTo>
                  <a:pt x="9" y="15"/>
                  <a:pt x="9" y="15"/>
                  <a:pt x="9" y="15"/>
                </a:cubicBezTo>
                <a:cubicBezTo>
                  <a:pt x="2" y="27"/>
                  <a:pt x="2" y="27"/>
                  <a:pt x="2" y="27"/>
                </a:cubicBezTo>
                <a:cubicBezTo>
                  <a:pt x="16" y="27"/>
                  <a:pt x="16" y="27"/>
                  <a:pt x="16" y="27"/>
                </a:cubicBezTo>
                <a:cubicBezTo>
                  <a:pt x="30" y="27"/>
                  <a:pt x="30" y="27"/>
                  <a:pt x="30" y="27"/>
                </a:cubicBezTo>
                <a:cubicBezTo>
                  <a:pt x="23" y="15"/>
                  <a:pt x="23" y="15"/>
                  <a:pt x="23" y="15"/>
                </a:cubicBezTo>
                <a:close/>
                <a:moveTo>
                  <a:pt x="17" y="21"/>
                </a:moveTo>
                <a:cubicBezTo>
                  <a:pt x="15" y="21"/>
                  <a:pt x="15" y="21"/>
                  <a:pt x="15" y="21"/>
                </a:cubicBezTo>
                <a:cubicBezTo>
                  <a:pt x="15" y="24"/>
                  <a:pt x="15" y="24"/>
                  <a:pt x="15" y="24"/>
                </a:cubicBezTo>
                <a:cubicBezTo>
                  <a:pt x="17" y="24"/>
                  <a:pt x="17" y="24"/>
                  <a:pt x="17" y="24"/>
                </a:cubicBezTo>
                <a:cubicBezTo>
                  <a:pt x="17" y="21"/>
                  <a:pt x="17" y="21"/>
                  <a:pt x="17" y="21"/>
                </a:cubicBezTo>
                <a:close/>
                <a:moveTo>
                  <a:pt x="18" y="10"/>
                </a:moveTo>
                <a:cubicBezTo>
                  <a:pt x="15" y="10"/>
                  <a:pt x="15" y="10"/>
                  <a:pt x="15" y="10"/>
                </a:cubicBezTo>
                <a:cubicBezTo>
                  <a:pt x="15" y="19"/>
                  <a:pt x="15" y="19"/>
                  <a:pt x="15" y="19"/>
                </a:cubicBezTo>
                <a:cubicBezTo>
                  <a:pt x="17" y="19"/>
                  <a:pt x="17" y="19"/>
                  <a:pt x="17" y="19"/>
                </a:cubicBezTo>
                <a:lnTo>
                  <a:pt x="18" y="10"/>
                </a:lnTo>
                <a:close/>
              </a:path>
            </a:pathLst>
          </a:custGeom>
          <a:solidFill>
            <a:schemeClr val="accent4">
              <a:lumMod val="60000"/>
              <a:lumOff val="40000"/>
            </a:schemeClr>
          </a:solidFill>
          <a:ln>
            <a:noFill/>
          </a:ln>
        </p:spPr>
        <p:txBody>
          <a:bodyPr vert="horz" wrap="square" lIns="121889" tIns="60944" rIns="121889" bIns="6094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a:ln>
                <a:noFill/>
              </a:ln>
              <a:solidFill>
                <a:prstClr val="black"/>
              </a:solidFill>
              <a:effectLst/>
              <a:uLnTx/>
              <a:uFillTx/>
              <a:latin typeface="等线" panose="02010600030101010101" charset="-122"/>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grpSp>
        <p:nvGrpSpPr>
          <p:cNvPr id="8" name="组合 7"/>
          <p:cNvGrpSpPr/>
          <p:nvPr/>
        </p:nvGrpSpPr>
        <p:grpSpPr>
          <a:xfrm>
            <a:off x="954258" y="2899033"/>
            <a:ext cx="10283483" cy="2685842"/>
            <a:chOff x="1181686" y="2641209"/>
            <a:chExt cx="11324492" cy="2957733"/>
          </a:xfrm>
          <a:solidFill>
            <a:srgbClr val="BD802F"/>
          </a:solidFill>
        </p:grpSpPr>
        <p:sp>
          <p:nvSpPr>
            <p:cNvPr id="4" name="矩形 3"/>
            <p:cNvSpPr/>
            <p:nvPr/>
          </p:nvSpPr>
          <p:spPr>
            <a:xfrm>
              <a:off x="1181686" y="2644726"/>
              <a:ext cx="2602523" cy="29542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4089009" y="2644726"/>
              <a:ext cx="2602523" cy="2954216"/>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矩形 5"/>
            <p:cNvSpPr/>
            <p:nvPr/>
          </p:nvSpPr>
          <p:spPr>
            <a:xfrm>
              <a:off x="6996332" y="2644726"/>
              <a:ext cx="2602523" cy="29542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9903655" y="2641209"/>
              <a:ext cx="2602523" cy="2954216"/>
            </a:xfrm>
            <a:prstGeom prst="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9" name="Google Shape;286;p42"/>
          <p:cNvGrpSpPr/>
          <p:nvPr/>
        </p:nvGrpSpPr>
        <p:grpSpPr>
          <a:xfrm>
            <a:off x="1393902" y="3734435"/>
            <a:ext cx="1483995" cy="1373505"/>
            <a:chOff x="6193438" y="3015209"/>
            <a:chExt cx="1483712" cy="1373650"/>
          </a:xfrm>
        </p:grpSpPr>
        <p:sp>
          <p:nvSpPr>
            <p:cNvPr id="10" name="Google Shape;287;p42"/>
            <p:cNvSpPr txBox="1"/>
            <p:nvPr/>
          </p:nvSpPr>
          <p:spPr>
            <a:xfrm>
              <a:off x="6376043" y="3015209"/>
              <a:ext cx="1118502" cy="246221"/>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GB" sz="1065" b="1" i="0" u="none" strike="noStrike" kern="1200" cap="none" spc="0" normalizeH="0" baseline="0" noProof="0">
                  <a:ln>
                    <a:noFill/>
                  </a:ln>
                  <a:solidFill>
                    <a:schemeClr val="lt1"/>
                  </a:solidFill>
                  <a:effectLst/>
                  <a:uLnTx/>
                  <a:uFillTx/>
                  <a:latin typeface="等线 Light" panose="02010600030101010101" charset="-122"/>
                  <a:ea typeface="等线 Light" panose="02010600030101010101" charset="-122"/>
                  <a:cs typeface="+mj-lt"/>
                  <a:sym typeface="Montserrat" panose="00000500000000000000"/>
                </a:rPr>
                <a:t>添加标题</a:t>
              </a:r>
              <a:endParaRPr kumimoji="0" lang="zh-CN" altLang="en-GB" sz="1065" b="1" i="0" u="none" strike="noStrike" kern="1200" cap="none" spc="0" normalizeH="0" baseline="0" noProof="0">
                <a:ln>
                  <a:noFill/>
                </a:ln>
                <a:solidFill>
                  <a:schemeClr val="lt1"/>
                </a:solidFill>
                <a:effectLst/>
                <a:uLnTx/>
                <a:uFillTx/>
                <a:latin typeface="等线 Light" panose="02010600030101010101" charset="-122"/>
                <a:ea typeface="等线 Light" panose="02010600030101010101" charset="-122"/>
                <a:cs typeface="+mj-lt"/>
                <a:sym typeface="Montserrat" panose="00000500000000000000"/>
              </a:endParaRPr>
            </a:p>
          </p:txBody>
        </p:sp>
        <p:sp>
          <p:nvSpPr>
            <p:cNvPr id="11" name="Google Shape;288;p42"/>
            <p:cNvSpPr txBox="1"/>
            <p:nvPr/>
          </p:nvSpPr>
          <p:spPr>
            <a:xfrm>
              <a:off x="6193438" y="3526890"/>
              <a:ext cx="1483712" cy="483017"/>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935" b="0" i="0" u="none" strike="noStrike" kern="1200" cap="none" spc="0" normalizeH="0" baseline="0" noProof="0">
                  <a:ln>
                    <a:noFill/>
                  </a:ln>
                  <a:solidFill>
                    <a:schemeClr val="lt1"/>
                  </a:solidFill>
                  <a:effectLst/>
                  <a:uLnTx/>
                  <a:uFillTx/>
                  <a:latin typeface="等线 Light" panose="02010600030101010101" charset="-122"/>
                  <a:ea typeface="思源黑体 CN Light" panose="020B0300000000000000" charset="-122"/>
                  <a:cs typeface="+mj-lt"/>
                  <a:sym typeface="+mn-ea"/>
                </a:rPr>
                <a:t>I walked through many mountains</a:t>
              </a:r>
              <a:endParaRPr kumimoji="0" lang="zh-CN" altLang="en-US" sz="935" b="0" i="0" u="none" strike="noStrike" kern="1200" cap="none" spc="0" normalizeH="0" baseline="0" noProof="0">
                <a:ln>
                  <a:noFill/>
                </a:ln>
                <a:solidFill>
                  <a:schemeClr val="lt1"/>
                </a:solidFill>
                <a:effectLst/>
                <a:uLnTx/>
                <a:uFillTx/>
                <a:latin typeface="等线 Light" panose="02010600030101010101" charset="-122"/>
                <a:ea typeface="思源黑体 CN Light" panose="020B0300000000000000" charset="-122"/>
                <a:cs typeface="+mj-lt"/>
                <a:sym typeface="+mn-ea"/>
              </a:endParaRPr>
            </a:p>
          </p:txBody>
        </p:sp>
        <p:grpSp>
          <p:nvGrpSpPr>
            <p:cNvPr id="12" name="Google Shape;289;p42"/>
            <p:cNvGrpSpPr/>
            <p:nvPr/>
          </p:nvGrpSpPr>
          <p:grpSpPr>
            <a:xfrm>
              <a:off x="6450613" y="4142637"/>
              <a:ext cx="969362" cy="246222"/>
              <a:chOff x="6450613" y="4142637"/>
              <a:chExt cx="969362" cy="246222"/>
            </a:xfrm>
          </p:grpSpPr>
          <p:sp>
            <p:nvSpPr>
              <p:cNvPr id="14" name="Google Shape;290;p42"/>
              <p:cNvSpPr/>
              <p:nvPr/>
            </p:nvSpPr>
            <p:spPr>
              <a:xfrm>
                <a:off x="6450613" y="4142637"/>
                <a:ext cx="969362" cy="246222"/>
              </a:xfrm>
              <a:prstGeom prst="rect">
                <a:avLst/>
              </a:prstGeom>
              <a:noFill/>
              <a:ln w="12700" cap="flat" cmpd="sng">
                <a:solidFill>
                  <a:schemeClr val="bg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a:ln>
                    <a:noFill/>
                  </a:ln>
                  <a:solidFill>
                    <a:srgbClr val="FFC000">
                      <a:lumMod val="40000"/>
                      <a:lumOff val="60000"/>
                    </a:srgbClr>
                  </a:solidFill>
                  <a:effectLst/>
                  <a:uLnTx/>
                  <a:uFillTx/>
                  <a:latin typeface="等线 Light" panose="02010600030101010101" charset="-122"/>
                  <a:ea typeface="Montserrat" panose="00000500000000000000"/>
                  <a:cs typeface="+mj-lt"/>
                  <a:sym typeface="Montserrat" panose="00000500000000000000"/>
                </a:endParaRPr>
              </a:p>
            </p:txBody>
          </p:sp>
          <p:sp>
            <p:nvSpPr>
              <p:cNvPr id="15" name="Google Shape;291;p42"/>
              <p:cNvSpPr txBox="1"/>
              <p:nvPr/>
            </p:nvSpPr>
            <p:spPr>
              <a:xfrm>
                <a:off x="6510144" y="4150332"/>
                <a:ext cx="850300" cy="230832"/>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GB" sz="935" b="0" i="0" u="none" strike="noStrike" kern="1200" cap="none" spc="0" normalizeH="0" baseline="0" noProof="0">
                    <a:ln>
                      <a:noFill/>
                    </a:ln>
                    <a:solidFill>
                      <a:schemeClr val="lt1"/>
                    </a:solidFill>
                    <a:effectLst/>
                    <a:uLnTx/>
                    <a:uFillTx/>
                    <a:latin typeface="等线 Light" panose="02010600030101010101" charset="-122"/>
                    <a:ea typeface="Montserrat" panose="00000500000000000000"/>
                    <a:cs typeface="+mj-lt"/>
                    <a:sym typeface="Montserrat" panose="00000500000000000000"/>
                  </a:rPr>
                  <a:t>EXAMPLE</a:t>
                </a:r>
                <a:endParaRPr kumimoji="0" lang="en-GB" sz="935" b="0" i="0" u="none" strike="noStrike" kern="1200" cap="none" spc="0" normalizeH="0" baseline="0" noProof="0">
                  <a:ln>
                    <a:noFill/>
                  </a:ln>
                  <a:solidFill>
                    <a:schemeClr val="lt1"/>
                  </a:solidFill>
                  <a:effectLst/>
                  <a:uLnTx/>
                  <a:uFillTx/>
                  <a:latin typeface="等线 Light" panose="02010600030101010101" charset="-122"/>
                  <a:ea typeface="Montserrat" panose="00000500000000000000"/>
                  <a:cs typeface="+mj-lt"/>
                  <a:sym typeface="Montserrat" panose="00000500000000000000"/>
                </a:endParaRPr>
              </a:p>
            </p:txBody>
          </p:sp>
        </p:grpSp>
        <p:cxnSp>
          <p:nvCxnSpPr>
            <p:cNvPr id="13" name="Google Shape;292;p42"/>
            <p:cNvCxnSpPr/>
            <p:nvPr/>
          </p:nvCxnSpPr>
          <p:spPr>
            <a:xfrm>
              <a:off x="6749699" y="3394160"/>
              <a:ext cx="371191" cy="0"/>
            </a:xfrm>
            <a:prstGeom prst="straightConnector1">
              <a:avLst/>
            </a:prstGeom>
            <a:noFill/>
            <a:ln w="12700" cap="flat" cmpd="sng">
              <a:solidFill>
                <a:schemeClr val="bg1"/>
              </a:solidFill>
              <a:prstDash val="solid"/>
              <a:miter lim="800000"/>
              <a:headEnd type="none" w="sm" len="sm"/>
              <a:tailEnd type="none" w="sm" len="sm"/>
            </a:ln>
          </p:spPr>
        </p:cxnSp>
      </p:grpSp>
      <p:grpSp>
        <p:nvGrpSpPr>
          <p:cNvPr id="16" name="Google Shape;286;p42"/>
          <p:cNvGrpSpPr/>
          <p:nvPr/>
        </p:nvGrpSpPr>
        <p:grpSpPr>
          <a:xfrm>
            <a:off x="6768175" y="3734435"/>
            <a:ext cx="1483995" cy="1373505"/>
            <a:chOff x="6193438" y="3015209"/>
            <a:chExt cx="1483712" cy="1373650"/>
          </a:xfrm>
        </p:grpSpPr>
        <p:sp>
          <p:nvSpPr>
            <p:cNvPr id="17" name="Google Shape;287;p42"/>
            <p:cNvSpPr txBox="1"/>
            <p:nvPr/>
          </p:nvSpPr>
          <p:spPr>
            <a:xfrm>
              <a:off x="6376043" y="3015209"/>
              <a:ext cx="1118502" cy="246221"/>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GB" sz="1065" b="1" i="0" u="none" strike="noStrike" kern="1200" cap="none" spc="0" normalizeH="0" baseline="0" noProof="0">
                  <a:ln>
                    <a:noFill/>
                  </a:ln>
                  <a:solidFill>
                    <a:schemeClr val="lt1"/>
                  </a:solidFill>
                  <a:effectLst/>
                  <a:uLnTx/>
                  <a:uFillTx/>
                  <a:latin typeface="等线 Light" panose="02010600030101010101" charset="-122"/>
                  <a:ea typeface="等线 Light" panose="02010600030101010101" charset="-122"/>
                  <a:cs typeface="+mj-lt"/>
                  <a:sym typeface="Montserrat" panose="00000500000000000000"/>
                </a:rPr>
                <a:t>添加标题</a:t>
              </a:r>
              <a:endParaRPr kumimoji="0" lang="zh-CN" altLang="en-GB" sz="1065" b="1" i="0" u="none" strike="noStrike" kern="1200" cap="none" spc="0" normalizeH="0" baseline="0" noProof="0">
                <a:ln>
                  <a:noFill/>
                </a:ln>
                <a:solidFill>
                  <a:schemeClr val="lt1"/>
                </a:solidFill>
                <a:effectLst/>
                <a:uLnTx/>
                <a:uFillTx/>
                <a:latin typeface="等线 Light" panose="02010600030101010101" charset="-122"/>
                <a:ea typeface="等线 Light" panose="02010600030101010101" charset="-122"/>
                <a:cs typeface="+mj-lt"/>
                <a:sym typeface="Montserrat" panose="00000500000000000000"/>
              </a:endParaRPr>
            </a:p>
          </p:txBody>
        </p:sp>
        <p:sp>
          <p:nvSpPr>
            <p:cNvPr id="18" name="Google Shape;288;p42"/>
            <p:cNvSpPr txBox="1"/>
            <p:nvPr/>
          </p:nvSpPr>
          <p:spPr>
            <a:xfrm>
              <a:off x="6193438" y="3526890"/>
              <a:ext cx="1483712" cy="483017"/>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935" b="0" i="0" u="none" strike="noStrike" kern="1200" cap="none" spc="0" normalizeH="0" baseline="0" noProof="0">
                  <a:ln>
                    <a:noFill/>
                  </a:ln>
                  <a:solidFill>
                    <a:schemeClr val="lt1"/>
                  </a:solidFill>
                  <a:effectLst/>
                  <a:uLnTx/>
                  <a:uFillTx/>
                  <a:latin typeface="等线 Light" panose="02010600030101010101" charset="-122"/>
                  <a:ea typeface="思源黑体 CN Light" panose="020B0300000000000000" charset="-122"/>
                  <a:cs typeface="+mj-lt"/>
                  <a:sym typeface="+mn-ea"/>
                </a:rPr>
                <a:t>I walked through many mountains</a:t>
              </a:r>
              <a:endParaRPr kumimoji="0" lang="zh-CN" altLang="en-US" sz="935" b="0" i="0" u="none" strike="noStrike" kern="1200" cap="none" spc="0" normalizeH="0" baseline="0" noProof="0">
                <a:ln>
                  <a:noFill/>
                </a:ln>
                <a:solidFill>
                  <a:schemeClr val="lt1"/>
                </a:solidFill>
                <a:effectLst/>
                <a:uLnTx/>
                <a:uFillTx/>
                <a:latin typeface="等线 Light" panose="02010600030101010101" charset="-122"/>
                <a:ea typeface="思源黑体 CN Light" panose="020B0300000000000000" charset="-122"/>
                <a:cs typeface="+mj-lt"/>
                <a:sym typeface="+mn-ea"/>
              </a:endParaRPr>
            </a:p>
          </p:txBody>
        </p:sp>
        <p:grpSp>
          <p:nvGrpSpPr>
            <p:cNvPr id="19" name="Google Shape;289;p42"/>
            <p:cNvGrpSpPr/>
            <p:nvPr/>
          </p:nvGrpSpPr>
          <p:grpSpPr>
            <a:xfrm>
              <a:off x="6450613" y="4142637"/>
              <a:ext cx="969362" cy="246222"/>
              <a:chOff x="6450613" y="4142637"/>
              <a:chExt cx="969362" cy="246222"/>
            </a:xfrm>
          </p:grpSpPr>
          <p:sp>
            <p:nvSpPr>
              <p:cNvPr id="21" name="Google Shape;290;p42"/>
              <p:cNvSpPr/>
              <p:nvPr/>
            </p:nvSpPr>
            <p:spPr>
              <a:xfrm>
                <a:off x="6450613" y="4142637"/>
                <a:ext cx="969362" cy="246222"/>
              </a:xfrm>
              <a:prstGeom prst="rect">
                <a:avLst/>
              </a:prstGeom>
              <a:noFill/>
              <a:ln w="12700" cap="flat" cmpd="sng">
                <a:solidFill>
                  <a:schemeClr val="bg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a:ln>
                    <a:noFill/>
                  </a:ln>
                  <a:solidFill>
                    <a:srgbClr val="FFC000">
                      <a:lumMod val="40000"/>
                      <a:lumOff val="60000"/>
                    </a:srgbClr>
                  </a:solidFill>
                  <a:effectLst/>
                  <a:uLnTx/>
                  <a:uFillTx/>
                  <a:latin typeface="等线 Light" panose="02010600030101010101" charset="-122"/>
                  <a:ea typeface="Montserrat" panose="00000500000000000000"/>
                  <a:cs typeface="+mj-lt"/>
                  <a:sym typeface="Montserrat" panose="00000500000000000000"/>
                </a:endParaRPr>
              </a:p>
            </p:txBody>
          </p:sp>
          <p:sp>
            <p:nvSpPr>
              <p:cNvPr id="22" name="Google Shape;291;p42"/>
              <p:cNvSpPr txBox="1"/>
              <p:nvPr/>
            </p:nvSpPr>
            <p:spPr>
              <a:xfrm>
                <a:off x="6510144" y="4150332"/>
                <a:ext cx="850300" cy="230832"/>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GB" sz="935" b="0" i="0" u="none" strike="noStrike" kern="1200" cap="none" spc="0" normalizeH="0" baseline="0" noProof="0">
                    <a:ln>
                      <a:noFill/>
                    </a:ln>
                    <a:solidFill>
                      <a:schemeClr val="lt1"/>
                    </a:solidFill>
                    <a:effectLst/>
                    <a:uLnTx/>
                    <a:uFillTx/>
                    <a:latin typeface="等线 Light" panose="02010600030101010101" charset="-122"/>
                    <a:ea typeface="Montserrat" panose="00000500000000000000"/>
                    <a:cs typeface="+mj-lt"/>
                    <a:sym typeface="Montserrat" panose="00000500000000000000"/>
                  </a:rPr>
                  <a:t>EXAMPLE</a:t>
                </a:r>
                <a:endParaRPr kumimoji="0" lang="en-GB" sz="935" b="0" i="0" u="none" strike="noStrike" kern="1200" cap="none" spc="0" normalizeH="0" baseline="0" noProof="0">
                  <a:ln>
                    <a:noFill/>
                  </a:ln>
                  <a:solidFill>
                    <a:schemeClr val="lt1"/>
                  </a:solidFill>
                  <a:effectLst/>
                  <a:uLnTx/>
                  <a:uFillTx/>
                  <a:latin typeface="等线 Light" panose="02010600030101010101" charset="-122"/>
                  <a:ea typeface="Montserrat" panose="00000500000000000000"/>
                  <a:cs typeface="+mj-lt"/>
                  <a:sym typeface="Montserrat" panose="00000500000000000000"/>
                </a:endParaRPr>
              </a:p>
            </p:txBody>
          </p:sp>
        </p:grpSp>
        <p:cxnSp>
          <p:nvCxnSpPr>
            <p:cNvPr id="20" name="Google Shape;292;p42"/>
            <p:cNvCxnSpPr/>
            <p:nvPr/>
          </p:nvCxnSpPr>
          <p:spPr>
            <a:xfrm>
              <a:off x="6749699" y="3394160"/>
              <a:ext cx="371191" cy="0"/>
            </a:xfrm>
            <a:prstGeom prst="straightConnector1">
              <a:avLst/>
            </a:prstGeom>
            <a:noFill/>
            <a:ln w="12700" cap="flat" cmpd="sng">
              <a:solidFill>
                <a:schemeClr val="bg1"/>
              </a:solidFill>
              <a:prstDash val="solid"/>
              <a:miter lim="800000"/>
              <a:headEnd type="none" w="sm" len="sm"/>
              <a:tailEnd type="none" w="sm" len="sm"/>
            </a:ln>
          </p:spPr>
        </p:cxnSp>
      </p:grpSp>
      <p:grpSp>
        <p:nvGrpSpPr>
          <p:cNvPr id="23" name="组合 22"/>
          <p:cNvGrpSpPr/>
          <p:nvPr/>
        </p:nvGrpSpPr>
        <p:grpSpPr>
          <a:xfrm>
            <a:off x="3467622" y="703189"/>
            <a:ext cx="5358765" cy="894715"/>
            <a:chOff x="5380" y="840"/>
            <a:chExt cx="8439" cy="1409"/>
          </a:xfrm>
        </p:grpSpPr>
        <p:sp>
          <p:nvSpPr>
            <p:cNvPr id="24" name="Google Shape;182;p34"/>
            <p:cNvSpPr txBox="1"/>
            <p:nvPr/>
          </p:nvSpPr>
          <p:spPr>
            <a:xfrm>
              <a:off x="5380" y="1437"/>
              <a:ext cx="8439" cy="812"/>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306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3065" b="1" i="0" u="none" strike="noStrike" kern="1200" cap="none" spc="0" normalizeH="0" baseline="0" noProof="0" dirty="0">
                <a:ln>
                  <a:noFill/>
                </a:ln>
                <a:solidFill>
                  <a:schemeClr val="lt1"/>
                </a:solidFill>
                <a:effectLst/>
                <a:uLnTx/>
                <a:uFillTx/>
                <a:latin typeface="等线 Light" panose="02010600030101010101" charset="-122"/>
                <a:ea typeface="宋体" panose="02010600030101010101" pitchFamily="2" charset="-122"/>
                <a:cs typeface="+mj-lt"/>
                <a:sym typeface="Montserrat" panose="00000500000000000000"/>
              </a:endParaRPr>
            </a:p>
          </p:txBody>
        </p:sp>
        <p:sp>
          <p:nvSpPr>
            <p:cNvPr id="25" name="Google Shape;183;p34"/>
            <p:cNvSpPr txBox="1"/>
            <p:nvPr/>
          </p:nvSpPr>
          <p:spPr>
            <a:xfrm>
              <a:off x="6326" y="840"/>
              <a:ext cx="6548" cy="460"/>
            </a:xfrm>
            <a:prstGeom prst="rect">
              <a:avLst/>
            </a:prstGeom>
            <a:noFill/>
            <a:ln>
              <a:noFill/>
            </a:ln>
          </p:spPr>
          <p:txBody>
            <a:bodyPr spcFirstLastPara="1" wrap="square" lIns="91433" tIns="45700" rIns="91433" bIns="4570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GB" sz="1335" b="1" i="0" u="none" strike="noStrike" kern="1200" cap="none" spc="0" normalizeH="0" baseline="0" noProof="0" dirty="0">
                  <a:ln>
                    <a:noFill/>
                  </a:ln>
                  <a:solidFill>
                    <a:schemeClr val="lt1"/>
                  </a:solidFill>
                  <a:effectLst/>
                  <a:uLnTx/>
                  <a:uFillTx/>
                  <a:latin typeface="等线 Light" panose="02010600030101010101" charset="-122"/>
                  <a:ea typeface="Montserrat" panose="00000500000000000000"/>
                  <a:cs typeface="+mj-lt"/>
                  <a:sym typeface="Montserrat" panose="00000500000000000000"/>
                </a:rPr>
                <a:t>TEXT HERE</a:t>
              </a:r>
              <a:endParaRPr kumimoji="0" lang="en-US" altLang="en-GB" sz="1335" b="1" i="0" u="none" strike="noStrike" kern="1200" cap="none" spc="0" normalizeH="0" baseline="0" noProof="0" dirty="0">
                <a:ln>
                  <a:noFill/>
                </a:ln>
                <a:solidFill>
                  <a:schemeClr val="lt1"/>
                </a:solidFill>
                <a:effectLst/>
                <a:uLnTx/>
                <a:uFillTx/>
                <a:latin typeface="等线 Light" panose="02010600030101010101" charset="-122"/>
                <a:ea typeface="Montserrat" panose="00000500000000000000"/>
                <a:cs typeface="+mj-lt"/>
                <a:sym typeface="Montserrat" panose="00000500000000000000"/>
              </a:endParaRPr>
            </a:p>
          </p:txBody>
        </p:sp>
      </p:grpSp>
      <p:sp>
        <p:nvSpPr>
          <p:cNvPr id="26" name="TextBox 84"/>
          <p:cNvSpPr txBox="1"/>
          <p:nvPr/>
        </p:nvSpPr>
        <p:spPr>
          <a:xfrm>
            <a:off x="1366968" y="1730619"/>
            <a:ext cx="9734843" cy="488403"/>
          </a:xfrm>
          <a:prstGeom prst="rect">
            <a:avLst/>
          </a:prstGeom>
          <a:noFill/>
        </p:spPr>
        <p:txBody>
          <a:bodyPr wrap="square" numCol="1" spcCol="457200"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kumimoji="0" lang="zh-CN" altLang="en-US" sz="900" b="0" i="0" u="none" strike="noStrike" kern="1200" cap="none" spc="0" normalizeH="0" baseline="0" noProof="0" dirty="0">
              <a:ln>
                <a:noFill/>
              </a:ln>
              <a:solidFill>
                <a:schemeClr val="lt1"/>
              </a:solidFill>
              <a:effectLst/>
              <a:uLnTx/>
              <a:uFillTx/>
              <a:latin typeface="..黑体UI-韩语" pitchFamily="2" charset="-128"/>
              <a:ea typeface="..黑体UI-韩语" pitchFamily="2" charset="-128"/>
              <a:cs typeface="..黑体UI-韩语" pitchFamily="2" charset="-128"/>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grpSp>
        <p:nvGrpSpPr>
          <p:cNvPr id="7" name="组合 6"/>
          <p:cNvGrpSpPr/>
          <p:nvPr/>
        </p:nvGrpSpPr>
        <p:grpSpPr>
          <a:xfrm>
            <a:off x="829994" y="661183"/>
            <a:ext cx="2912012" cy="5513727"/>
            <a:chOff x="829994" y="661183"/>
            <a:chExt cx="2574388" cy="4874455"/>
          </a:xfrm>
        </p:grpSpPr>
        <p:sp>
          <p:nvSpPr>
            <p:cNvPr id="4" name="矩形 3"/>
            <p:cNvSpPr/>
            <p:nvPr/>
          </p:nvSpPr>
          <p:spPr>
            <a:xfrm>
              <a:off x="829994" y="661183"/>
              <a:ext cx="2574388" cy="2433710"/>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4"/>
            <p:cNvSpPr/>
            <p:nvPr/>
          </p:nvSpPr>
          <p:spPr>
            <a:xfrm>
              <a:off x="829994" y="3101928"/>
              <a:ext cx="2574388" cy="2433710"/>
            </a:xfrm>
            <a:prstGeom prst="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8" name="组合 7"/>
          <p:cNvGrpSpPr/>
          <p:nvPr/>
        </p:nvGrpSpPr>
        <p:grpSpPr>
          <a:xfrm>
            <a:off x="3742006" y="687069"/>
            <a:ext cx="2912012" cy="5513727"/>
            <a:chOff x="829994" y="661183"/>
            <a:chExt cx="2574388" cy="4874455"/>
          </a:xfrm>
        </p:grpSpPr>
        <p:sp>
          <p:nvSpPr>
            <p:cNvPr id="9" name="矩形 8"/>
            <p:cNvSpPr/>
            <p:nvPr/>
          </p:nvSpPr>
          <p:spPr>
            <a:xfrm>
              <a:off x="829994" y="661183"/>
              <a:ext cx="2574388" cy="2433710"/>
            </a:xfrm>
            <a:prstGeom prst="rect">
              <a:avLst/>
            </a:prstGeom>
            <a:blipFill>
              <a:blip r:embed="rId3"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p:nvSpPr>
          <p:spPr>
            <a:xfrm>
              <a:off x="829994" y="3101928"/>
              <a:ext cx="2574388" cy="2433710"/>
            </a:xfrm>
            <a:prstGeom prst="rect">
              <a:avLst/>
            </a:prstGeom>
            <a:solidFill>
              <a:srgbClr val="BD8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11" name="组合 10"/>
          <p:cNvGrpSpPr/>
          <p:nvPr/>
        </p:nvGrpSpPr>
        <p:grpSpPr>
          <a:xfrm>
            <a:off x="4186750" y="4253805"/>
            <a:ext cx="2273935" cy="1141095"/>
            <a:chOff x="11445" y="554"/>
            <a:chExt cx="3581" cy="1797"/>
          </a:xfrm>
        </p:grpSpPr>
        <p:sp>
          <p:nvSpPr>
            <p:cNvPr id="12" name="文本框 11"/>
            <p:cNvSpPr txBox="1"/>
            <p:nvPr/>
          </p:nvSpPr>
          <p:spPr>
            <a:xfrm>
              <a:off x="11445" y="1202"/>
              <a:ext cx="3581" cy="1149"/>
            </a:xfrm>
            <a:prstGeom prst="rect">
              <a:avLst/>
            </a:prstGeom>
            <a:noFill/>
          </p:spPr>
          <p:txBody>
            <a:bodyPr wrap="square" rtlCol="0" anchor="t">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13" name="文本框 12"/>
            <p:cNvSpPr txBox="1"/>
            <p:nvPr/>
          </p:nvSpPr>
          <p:spPr>
            <a:xfrm>
              <a:off x="11445" y="554"/>
              <a:ext cx="3348"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grpSp>
        <p:nvGrpSpPr>
          <p:cNvPr id="14" name="组合 13"/>
          <p:cNvGrpSpPr/>
          <p:nvPr/>
        </p:nvGrpSpPr>
        <p:grpSpPr>
          <a:xfrm>
            <a:off x="7098762" y="1712592"/>
            <a:ext cx="3668164" cy="4026660"/>
            <a:chOff x="6893250" y="1712592"/>
            <a:chExt cx="3668164" cy="4026660"/>
          </a:xfrm>
        </p:grpSpPr>
        <p:sp>
          <p:nvSpPr>
            <p:cNvPr id="15" name="TextBox 84"/>
            <p:cNvSpPr txBox="1"/>
            <p:nvPr/>
          </p:nvSpPr>
          <p:spPr>
            <a:xfrm>
              <a:off x="6920501" y="2245184"/>
              <a:ext cx="3640913" cy="1111651"/>
            </a:xfrm>
            <a:prstGeom prst="rect">
              <a:avLst/>
            </a:prstGeom>
            <a:noFill/>
          </p:spPr>
          <p:txBody>
            <a:bodyPr wrap="square" numCol="1" spcCol="45720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9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kumimoji="0" lang="zh-CN" altLang="en-US" sz="900" b="0" i="0" u="none" strike="noStrike" kern="1200" cap="none" spc="0" normalizeH="0" baseline="0" noProof="0" dirty="0">
                <a:ln>
                  <a:noFill/>
                </a:ln>
                <a:solidFill>
                  <a:schemeClr val="lt1"/>
                </a:solidFill>
                <a:effectLst/>
                <a:uLnTx/>
                <a:uFillTx/>
                <a:latin typeface="..黑体UI-韩语" pitchFamily="2" charset="-128"/>
                <a:ea typeface="..黑体UI-韩语" pitchFamily="2" charset="-128"/>
                <a:cs typeface="..黑体UI-韩语" pitchFamily="2" charset="-128"/>
              </a:endParaRPr>
            </a:p>
          </p:txBody>
        </p:sp>
        <p:sp>
          <p:nvSpPr>
            <p:cNvPr id="16" name="TextBox 85"/>
            <p:cNvSpPr txBox="1"/>
            <p:nvPr/>
          </p:nvSpPr>
          <p:spPr>
            <a:xfrm>
              <a:off x="6920501" y="1712592"/>
              <a:ext cx="3002285" cy="386965"/>
            </a:xfrm>
            <a:prstGeom prst="rect">
              <a:avLst/>
            </a:prstGeom>
            <a:noFill/>
          </p:spPr>
          <p:txBody>
            <a:bodyPr wrap="square" rtlCol="0" anchor="ctr">
              <a:spAutoFit/>
            </a:bodyPr>
            <a:lstStyle/>
            <a:p>
              <a:pPr marL="0" marR="0" lvl="0" indent="0" algn="l" defTabSz="914400" rtl="0" eaLnBrk="1" fontAlgn="auto" latinLnBrk="0" hangingPunct="1">
                <a:lnSpc>
                  <a:spcPts val="2500"/>
                </a:lnSpc>
                <a:spcBef>
                  <a:spcPts val="0"/>
                </a:spcBef>
                <a:spcAft>
                  <a:spcPts val="0"/>
                </a:spcAft>
                <a:buClrTx/>
                <a:buSzTx/>
                <a:buFontTx/>
                <a:buNone/>
                <a:defRPr/>
              </a:pPr>
              <a:r>
                <a:rPr kumimoji="0" lang="en-US" sz="1600" b="0" i="0" u="none" strike="noStrike" kern="1200" cap="none" spc="400" normalizeH="0" baseline="0" noProof="0" dirty="0">
                  <a:ln>
                    <a:noFill/>
                  </a:ln>
                  <a:solidFill>
                    <a:schemeClr val="lt1"/>
                  </a:solidFill>
                  <a:effectLst/>
                  <a:uLnTx/>
                  <a:uFillTx/>
                  <a:latin typeface="Montserrat Medium" panose="00000600000000000000" pitchFamily="50" charset="0"/>
                  <a:ea typeface="Montserrat Black" panose="00000A00000000000000" charset="0"/>
                  <a:cs typeface="Montserrat Black" panose="00000A00000000000000" charset="0"/>
                </a:rPr>
                <a:t>DEVICE MOCKUP</a:t>
              </a:r>
              <a:endParaRPr kumimoji="0" lang="en-US" sz="1600" b="0" i="0" u="none" strike="noStrike" kern="1200" cap="none" spc="400" normalizeH="0" baseline="0" noProof="0" dirty="0">
                <a:ln>
                  <a:noFill/>
                </a:ln>
                <a:solidFill>
                  <a:schemeClr val="lt1"/>
                </a:solidFill>
                <a:effectLst/>
                <a:uLnTx/>
                <a:uFillTx/>
                <a:latin typeface="Montserrat Medium" panose="00000600000000000000" pitchFamily="50" charset="0"/>
                <a:ea typeface="Montserrat Black" panose="00000A00000000000000" charset="0"/>
                <a:cs typeface="Montserrat Black" panose="00000A00000000000000" charset="0"/>
              </a:endParaRPr>
            </a:p>
          </p:txBody>
        </p:sp>
        <p:grpSp>
          <p:nvGrpSpPr>
            <p:cNvPr id="17" name="Group 119"/>
            <p:cNvGrpSpPr/>
            <p:nvPr/>
          </p:nvGrpSpPr>
          <p:grpSpPr>
            <a:xfrm>
              <a:off x="6920501" y="3737278"/>
              <a:ext cx="3388956" cy="553998"/>
              <a:chOff x="1089833" y="3688322"/>
              <a:chExt cx="3388956" cy="553998"/>
            </a:xfrm>
          </p:grpSpPr>
          <p:sp>
            <p:nvSpPr>
              <p:cNvPr id="24" name="Rectangle 120"/>
              <p:cNvSpPr/>
              <p:nvPr/>
            </p:nvSpPr>
            <p:spPr>
              <a:xfrm>
                <a:off x="1089833" y="3688322"/>
                <a:ext cx="569387"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rPr>
                  <a:t></a:t>
                </a:r>
                <a:endPar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endParaRPr>
              </a:p>
            </p:txBody>
          </p:sp>
          <p:sp>
            <p:nvSpPr>
              <p:cNvPr id="25" name="TextBox 121"/>
              <p:cNvSpPr txBox="1"/>
              <p:nvPr/>
            </p:nvSpPr>
            <p:spPr>
              <a:xfrm>
                <a:off x="1717049" y="3737278"/>
                <a:ext cx="2761740"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lt1"/>
                  </a:solidFill>
                  <a:effectLst/>
                  <a:uLnTx/>
                  <a:uFillTx/>
                  <a:latin typeface="Montserrat Light" pitchFamily="50" charset="0"/>
                  <a:ea typeface="Open Sans" panose="020B0606030504020204" pitchFamily="34" charset="0"/>
                  <a:cs typeface="Open Sans" panose="020B0606030504020204" pitchFamily="34" charset="0"/>
                </a:endParaRPr>
              </a:p>
            </p:txBody>
          </p:sp>
        </p:grpSp>
        <p:grpSp>
          <p:nvGrpSpPr>
            <p:cNvPr id="18" name="Group 122"/>
            <p:cNvGrpSpPr/>
            <p:nvPr/>
          </p:nvGrpSpPr>
          <p:grpSpPr>
            <a:xfrm>
              <a:off x="6893250" y="4461266"/>
              <a:ext cx="3575377" cy="553998"/>
              <a:chOff x="1062582" y="4416393"/>
              <a:chExt cx="3575377" cy="553998"/>
            </a:xfrm>
          </p:grpSpPr>
          <p:sp>
            <p:nvSpPr>
              <p:cNvPr id="22" name="Rectangle 123"/>
              <p:cNvSpPr/>
              <p:nvPr/>
            </p:nvSpPr>
            <p:spPr>
              <a:xfrm>
                <a:off x="1062582" y="4416393"/>
                <a:ext cx="569388"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rPr>
                  <a:t></a:t>
                </a:r>
                <a:endPar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endParaRPr>
              </a:p>
            </p:txBody>
          </p:sp>
          <p:sp>
            <p:nvSpPr>
              <p:cNvPr id="23" name="TextBox 124"/>
              <p:cNvSpPr txBox="1"/>
              <p:nvPr/>
            </p:nvSpPr>
            <p:spPr>
              <a:xfrm>
                <a:off x="1717049" y="4465349"/>
                <a:ext cx="2920910"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lt1"/>
                  </a:solidFill>
                  <a:effectLst/>
                  <a:uLnTx/>
                  <a:uFillTx/>
                  <a:latin typeface="Montserrat Light" pitchFamily="50" charset="0"/>
                  <a:ea typeface="Open Sans" panose="020B0606030504020204" pitchFamily="34" charset="0"/>
                  <a:cs typeface="Open Sans" panose="020B0606030504020204" pitchFamily="34" charset="0"/>
                </a:endParaRPr>
              </a:p>
            </p:txBody>
          </p:sp>
        </p:grpSp>
        <p:grpSp>
          <p:nvGrpSpPr>
            <p:cNvPr id="19" name="Group 125"/>
            <p:cNvGrpSpPr/>
            <p:nvPr/>
          </p:nvGrpSpPr>
          <p:grpSpPr>
            <a:xfrm>
              <a:off x="6906875" y="5185254"/>
              <a:ext cx="3390472" cy="553998"/>
              <a:chOff x="1076207" y="5136298"/>
              <a:chExt cx="3390472" cy="553998"/>
            </a:xfrm>
          </p:grpSpPr>
          <p:sp>
            <p:nvSpPr>
              <p:cNvPr id="20" name="Rectangle 126"/>
              <p:cNvSpPr/>
              <p:nvPr/>
            </p:nvSpPr>
            <p:spPr>
              <a:xfrm>
                <a:off x="1076207" y="5136298"/>
                <a:ext cx="569388"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rPr>
                  <a:t></a:t>
                </a:r>
                <a:endParaRPr kumimoji="0" lang="en-US" sz="3000" b="0" i="0" u="none" strike="noStrike" kern="1200" cap="none" spc="0" normalizeH="0" baseline="0" noProof="0" dirty="0">
                  <a:ln>
                    <a:noFill/>
                  </a:ln>
                  <a:solidFill>
                    <a:schemeClr val="lt1"/>
                  </a:solidFill>
                  <a:effectLst/>
                  <a:uLnTx/>
                  <a:uFillTx/>
                  <a:latin typeface="等线" panose="02010600030101010101" charset="-122"/>
                  <a:ea typeface="+mn-ea"/>
                  <a:cs typeface="+mn-cs"/>
                </a:endParaRPr>
              </a:p>
            </p:txBody>
          </p:sp>
          <p:sp>
            <p:nvSpPr>
              <p:cNvPr id="21" name="TextBox 127"/>
              <p:cNvSpPr txBox="1"/>
              <p:nvPr/>
            </p:nvSpPr>
            <p:spPr>
              <a:xfrm>
                <a:off x="1717049" y="5185254"/>
                <a:ext cx="2749630" cy="456087"/>
              </a:xfrm>
              <a:prstGeom prst="rect">
                <a:avLst/>
              </a:prstGeom>
              <a:noFill/>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zh-CN" altLang="en-US" sz="800" b="0" i="0" u="none" strike="noStrike" kern="1200" cap="none" spc="0" normalizeH="0" baseline="0" noProof="0">
                    <a:ln>
                      <a:noFill/>
                    </a:ln>
                    <a:solidFill>
                      <a:schemeClr val="lt1"/>
                    </a:solidFill>
                    <a:effectLst/>
                    <a:uLnTx/>
                    <a:uFillTx/>
                    <a:latin typeface="..黑体UI-韩语" pitchFamily="2" charset="-128"/>
                    <a:ea typeface="..黑体UI-韩语" pitchFamily="2" charset="-128"/>
                    <a:cs typeface="..黑体UI-韩语" pitchFamily="2" charset="-128"/>
                    <a:sym typeface="+mn-ea"/>
                  </a:rPr>
                  <a:t>I walked through many mountains, walked through many waters, and knew many people.</a:t>
                </a:r>
                <a:endParaRPr kumimoji="0" lang="en-US" sz="800" b="0" i="0" u="none" strike="noStrike" kern="1200" cap="none" spc="0" normalizeH="0" baseline="0" noProof="0" dirty="0">
                  <a:ln>
                    <a:noFill/>
                  </a:ln>
                  <a:solidFill>
                    <a:schemeClr val="lt1"/>
                  </a:solidFill>
                  <a:effectLst/>
                  <a:uLnTx/>
                  <a:uFillTx/>
                  <a:latin typeface="Montserrat Light" pitchFamily="50" charset="0"/>
                  <a:ea typeface="Open Sans" panose="020B0606030504020204" pitchFamily="34" charset="0"/>
                  <a:cs typeface="Open Sans" panose="020B0606030504020204" pitchFamily="34" charset="0"/>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4" name="矩形: 圆角 3"/>
          <p:cNvSpPr/>
          <p:nvPr/>
        </p:nvSpPr>
        <p:spPr>
          <a:xfrm>
            <a:off x="8285871" y="1041009"/>
            <a:ext cx="2771335" cy="4797083"/>
          </a:xfrm>
          <a:prstGeom prst="round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矩形: 圆角 4"/>
          <p:cNvSpPr/>
          <p:nvPr/>
        </p:nvSpPr>
        <p:spPr>
          <a:xfrm>
            <a:off x="6004562" y="1041009"/>
            <a:ext cx="2014024" cy="1915551"/>
          </a:xfrm>
          <a:prstGeom prst="round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 name="矩形: 圆角 5"/>
          <p:cNvSpPr/>
          <p:nvPr/>
        </p:nvSpPr>
        <p:spPr>
          <a:xfrm>
            <a:off x="3681049" y="1084384"/>
            <a:ext cx="2014024" cy="1915551"/>
          </a:xfrm>
          <a:prstGeom prst="roundRect">
            <a:avLst/>
          </a:prstGeom>
          <a:solidFill>
            <a:srgbClr val="BD8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圆角 6"/>
          <p:cNvSpPr/>
          <p:nvPr/>
        </p:nvSpPr>
        <p:spPr>
          <a:xfrm>
            <a:off x="5983460" y="3234396"/>
            <a:ext cx="2014024" cy="1915551"/>
          </a:xfrm>
          <a:prstGeom prst="roundRect">
            <a:avLst/>
          </a:prstGeom>
          <a:blipFill>
            <a:blip r:embed="rId3"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圆角 7"/>
          <p:cNvSpPr/>
          <p:nvPr/>
        </p:nvSpPr>
        <p:spPr>
          <a:xfrm>
            <a:off x="3681049" y="3234396"/>
            <a:ext cx="2014024" cy="1915551"/>
          </a:xfrm>
          <a:prstGeom prst="roundRect">
            <a:avLst/>
          </a:prstGeom>
          <a:blipFill>
            <a:blip r:embed="rId4"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1277159" y="4008852"/>
            <a:ext cx="2273935" cy="1141095"/>
            <a:chOff x="11445" y="554"/>
            <a:chExt cx="3581" cy="1797"/>
          </a:xfrm>
        </p:grpSpPr>
        <p:sp>
          <p:nvSpPr>
            <p:cNvPr id="10" name="文本框 9"/>
            <p:cNvSpPr txBox="1"/>
            <p:nvPr/>
          </p:nvSpPr>
          <p:spPr>
            <a:xfrm>
              <a:off x="11445" y="1202"/>
              <a:ext cx="3581" cy="1149"/>
            </a:xfrm>
            <a:prstGeom prst="rect">
              <a:avLst/>
            </a:prstGeom>
            <a:noFill/>
          </p:spPr>
          <p:txBody>
            <a:bodyPr wrap="square" rtlCol="0" anchor="t">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11" name="文本框 10"/>
            <p:cNvSpPr txBox="1"/>
            <p:nvPr/>
          </p:nvSpPr>
          <p:spPr>
            <a:xfrm>
              <a:off x="11445" y="554"/>
              <a:ext cx="3348"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grpSp>
        <p:nvGrpSpPr>
          <p:cNvPr id="12" name="组合 11"/>
          <p:cNvGrpSpPr/>
          <p:nvPr/>
        </p:nvGrpSpPr>
        <p:grpSpPr>
          <a:xfrm>
            <a:off x="1273471" y="1471611"/>
            <a:ext cx="2273935" cy="1141095"/>
            <a:chOff x="11445" y="554"/>
            <a:chExt cx="3581" cy="1797"/>
          </a:xfrm>
        </p:grpSpPr>
        <p:sp>
          <p:nvSpPr>
            <p:cNvPr id="13" name="文本框 12"/>
            <p:cNvSpPr txBox="1"/>
            <p:nvPr/>
          </p:nvSpPr>
          <p:spPr>
            <a:xfrm>
              <a:off x="11445" y="1202"/>
              <a:ext cx="3581" cy="1149"/>
            </a:xfrm>
            <a:prstGeom prst="rect">
              <a:avLst/>
            </a:prstGeom>
            <a:noFill/>
          </p:spPr>
          <p:txBody>
            <a:bodyPr wrap="square" rtlCol="0" anchor="t">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rPr>
                <a:t>I walked through many mountains, walked through many waters, and knew many people. The only thing that really makes me tempted is that you see me at the moment. </a:t>
              </a:r>
              <a:endParaRPr kumimoji="0" lang="zh-CN" altLang="en-US" sz="800" b="0" i="0" u="none" strike="noStrike" kern="1200" cap="none" spc="0" normalizeH="0" baseline="0" noProof="0" dirty="0">
                <a:ln>
                  <a:noFill/>
                </a:ln>
                <a:solidFill>
                  <a:schemeClr val="lt1"/>
                </a:solidFill>
                <a:effectLst/>
                <a:uLnTx/>
                <a:uFillTx/>
                <a:latin typeface="等线 Light" panose="02010600030101010101" charset="-122"/>
                <a:ea typeface="思源黑体 CN Light" panose="020B0300000000000000" charset="-122"/>
                <a:cs typeface="+mj-lt"/>
              </a:endParaRPr>
            </a:p>
          </p:txBody>
        </p:sp>
        <p:sp>
          <p:nvSpPr>
            <p:cNvPr id="14" name="文本框 13"/>
            <p:cNvSpPr txBox="1"/>
            <p:nvPr/>
          </p:nvSpPr>
          <p:spPr>
            <a:xfrm>
              <a:off x="11445" y="554"/>
              <a:ext cx="3348" cy="4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sym typeface="+mn-ea"/>
                </a:rPr>
                <a:t>添加此处原有标题</a:t>
              </a:r>
              <a:endParaRPr kumimoji="0" lang="zh-CN" altLang="en-US" sz="1400" b="0" i="0" u="none" strike="noStrike" kern="1200" cap="none" spc="0" normalizeH="0" baseline="0" noProof="0" dirty="0">
                <a:ln>
                  <a:noFill/>
                </a:ln>
                <a:solidFill>
                  <a:schemeClr val="lt1"/>
                </a:solidFill>
                <a:effectLst/>
                <a:uLnTx/>
                <a:uFillTx/>
                <a:latin typeface="思源黑体 CN Light" panose="020B0300000000000000" charset="-122"/>
                <a:ea typeface="思源黑体 CN Light" panose="020B0300000000000000"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B7584"/>
        </a:solidFill>
        <a:effectLst/>
      </p:bgPr>
    </p:bg>
    <p:spTree>
      <p:nvGrpSpPr>
        <p:cNvPr id="1" name=""/>
        <p:cNvGrpSpPr/>
        <p:nvPr/>
      </p:nvGrpSpPr>
      <p:grpSpPr>
        <a:xfrm>
          <a:off x="0" y="0"/>
          <a:ext cx="0" cy="0"/>
          <a:chOff x="0" y="0"/>
          <a:chExt cx="0" cy="0"/>
        </a:xfrm>
      </p:grpSpPr>
      <p:sp>
        <p:nvSpPr>
          <p:cNvPr id="5" name="矩形 4"/>
          <p:cNvSpPr/>
          <p:nvPr/>
        </p:nvSpPr>
        <p:spPr>
          <a:xfrm>
            <a:off x="1123951" y="0"/>
            <a:ext cx="4972050" cy="6858000"/>
          </a:xfrm>
          <a:prstGeom prst="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343584" y="2582615"/>
            <a:ext cx="3278397" cy="1568450"/>
          </a:xfrm>
          <a:prstGeom prst="rect">
            <a:avLst/>
          </a:prstGeom>
        </p:spPr>
        <p:txBody>
          <a:bodyPr wrap="square">
            <a:spAutoFit/>
          </a:bodyPr>
          <a:lstStyle/>
          <a:p>
            <a:r>
              <a:rPr lang="en-US" altLang="zh-CN" sz="4800" dirty="0">
                <a:solidFill>
                  <a:schemeClr val="bg1"/>
                </a:solidFill>
                <a:latin typeface="等线" panose="02010600030101010101" charset="-122"/>
                <a:ea typeface="等线" panose="02010600030101010101" charset="-122"/>
                <a:cs typeface="宋体" panose="02010600030101010101" pitchFamily="2" charset="-122"/>
              </a:rPr>
              <a:t>BUSINESS</a:t>
            </a:r>
            <a:endParaRPr lang="en-US" altLang="zh-CN" sz="4800" dirty="0">
              <a:solidFill>
                <a:schemeClr val="bg1"/>
              </a:solidFill>
              <a:latin typeface="等线" panose="02010600030101010101" charset="-122"/>
              <a:ea typeface="等线" panose="02010600030101010101" charset="-122"/>
              <a:cs typeface="宋体" panose="02010600030101010101" pitchFamily="2" charset="-122"/>
            </a:endParaRPr>
          </a:p>
          <a:p>
            <a:r>
              <a:rPr lang="en-US" altLang="zh-CN" sz="4800" dirty="0">
                <a:solidFill>
                  <a:schemeClr val="bg1"/>
                </a:solidFill>
                <a:latin typeface="等线" panose="02010600030101010101" charset="-122"/>
                <a:ea typeface="等线" panose="02010600030101010101" charset="-122"/>
                <a:cs typeface="宋体" panose="02010600030101010101" pitchFamily="2" charset="-122"/>
              </a:rPr>
              <a:t>PLAN</a:t>
            </a:r>
            <a:endParaRPr lang="zh-CN" altLang="en-US" sz="4800" dirty="0">
              <a:solidFill>
                <a:schemeClr val="bg1"/>
              </a:solidFill>
              <a:latin typeface="等线" panose="02010600030101010101" charset="-122"/>
              <a:ea typeface="等线" panose="02010600030101010101" charset="-122"/>
              <a:cs typeface="宋体" panose="02010600030101010101" pitchFamily="2" charset="-122"/>
            </a:endParaRPr>
          </a:p>
        </p:txBody>
      </p:sp>
      <p:sp>
        <p:nvSpPr>
          <p:cNvPr id="11" name="文本框 10"/>
          <p:cNvSpPr txBox="1"/>
          <p:nvPr/>
        </p:nvSpPr>
        <p:spPr>
          <a:xfrm>
            <a:off x="6343584" y="4749244"/>
            <a:ext cx="4724463" cy="891540"/>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1000" dirty="0">
              <a:solidFill>
                <a:schemeClr val="bg1"/>
              </a:solidFill>
              <a:latin typeface="+mj-lt"/>
              <a:ea typeface="思源黑体 CN Light" panose="020B0300000000000000" charset="-122"/>
              <a:cs typeface="+mj-lt"/>
            </a:endParaRPr>
          </a:p>
        </p:txBody>
      </p:sp>
      <p:grpSp>
        <p:nvGrpSpPr>
          <p:cNvPr id="21" name="组合 20"/>
          <p:cNvGrpSpPr/>
          <p:nvPr/>
        </p:nvGrpSpPr>
        <p:grpSpPr>
          <a:xfrm>
            <a:off x="9058341" y="5899472"/>
            <a:ext cx="3133659" cy="676561"/>
            <a:chOff x="9058341" y="5899472"/>
            <a:chExt cx="3133659" cy="676561"/>
          </a:xfrm>
        </p:grpSpPr>
        <p:sp>
          <p:nvSpPr>
            <p:cNvPr id="19" name="矩形 18"/>
            <p:cNvSpPr/>
            <p:nvPr/>
          </p:nvSpPr>
          <p:spPr>
            <a:xfrm>
              <a:off x="10867292" y="5899472"/>
              <a:ext cx="1324708" cy="676561"/>
            </a:xfrm>
            <a:prstGeom prst="rect">
              <a:avLst/>
            </a:prstGeom>
            <a:solidFill>
              <a:srgbClr val="CEC3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9058341" y="6053086"/>
              <a:ext cx="2916439" cy="307777"/>
            </a:xfrm>
            <a:prstGeom prst="rect">
              <a:avLst/>
            </a:prstGeom>
            <a:noFill/>
          </p:spPr>
          <p:txBody>
            <a:bodyPr vert="horz" wrap="none" rtlCol="0">
              <a:spAutoFit/>
            </a:bodyPr>
            <a:lstStyle/>
            <a:p>
              <a:r>
                <a:rPr lang="en-US" altLang="zh-CN" sz="1400" dirty="0">
                  <a:solidFill>
                    <a:schemeClr val="bg1"/>
                  </a:solidFill>
                  <a:latin typeface="等线" panose="02010600030101010101" charset="-122"/>
                  <a:ea typeface="宋体" panose="02010600030101010101" pitchFamily="2" charset="-122"/>
                  <a:cs typeface="Times New Roman" panose="02020603050405020304" charset="0"/>
                </a:rPr>
                <a:t>I WALKED THROUGH MANY MOUNTAINS</a:t>
              </a:r>
              <a:endParaRPr lang="zh-CN" altLang="en-US" sz="1400" dirty="0">
                <a:solidFill>
                  <a:schemeClr val="bg1"/>
                </a:solidFill>
                <a:latin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COMMONDATA" val="eyJoZGlkIjoiODAxMTM5MzFhOWUwODJiZjcwZWJkMjJmM2RlYzNhN2QifQ=="/>
</p:tagLst>
</file>

<file path=ppt/theme/theme1.xml><?xml version="1.0" encoding="utf-8"?>
<a:theme xmlns:a="http://schemas.openxmlformats.org/drawingml/2006/main" name="https://v.youku.com/v_show/id_XNTg4OTcwMDM3Ng==.html&#1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uyuede1ixaod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11914</Words>
  <Application>WPS 演示</Application>
  <PresentationFormat>宽屏</PresentationFormat>
  <Paragraphs>329</Paragraphs>
  <Slides>22</Slides>
  <Notes>0</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22</vt:i4>
      </vt:variant>
    </vt:vector>
  </HeadingPairs>
  <TitlesOfParts>
    <vt:vector size="50" baseType="lpstr">
      <vt:lpstr>Arial</vt:lpstr>
      <vt:lpstr>宋体</vt:lpstr>
      <vt:lpstr>Wingdings</vt:lpstr>
      <vt:lpstr>Montserrat Light</vt:lpstr>
      <vt:lpstr>Montserrat</vt:lpstr>
      <vt:lpstr>Calibri</vt:lpstr>
      <vt:lpstr>等线</vt:lpstr>
      <vt:lpstr>思源黑体 CN Light</vt:lpstr>
      <vt:lpstr>Times New Roman</vt:lpstr>
      <vt:lpstr>.黑体UI-繁</vt:lpstr>
      <vt:lpstr>黑体</vt:lpstr>
      <vt:lpstr>.黑体UI-简</vt:lpstr>
      <vt:lpstr>Open Sans</vt:lpstr>
      <vt:lpstr>Arial</vt:lpstr>
      <vt:lpstr>Helvetica Light</vt:lpstr>
      <vt:lpstr>思源黑体 CN Regular</vt:lpstr>
      <vt:lpstr>Montserrat</vt:lpstr>
      <vt:lpstr>等线 Light</vt:lpstr>
      <vt:lpstr>微软雅黑</vt:lpstr>
      <vt:lpstr>Arial Unicode MS</vt:lpstr>
      <vt:lpstr>..黑体UI-韩语</vt:lpstr>
      <vt:lpstr>Open Sans Semibold</vt:lpstr>
      <vt:lpstr>Open Sans</vt:lpstr>
      <vt:lpstr>Montserrat Black</vt:lpstr>
      <vt:lpstr>..黑体UI-日本语</vt:lpstr>
      <vt:lpstr>Montserrat Medium</vt:lpstr>
      <vt:lpstr>https://v.youku.com/v_show/id_XNTg4OTcwMDM3Ng==.html</vt:lpstr>
      <vt:lpstr>muyuede1ixaodain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凤凤 赵</dc:creator>
  <cp:lastModifiedBy>Administrator</cp:lastModifiedBy>
  <cp:revision>20</cp:revision>
  <dcterms:created xsi:type="dcterms:W3CDTF">2019-12-30T03:12:00Z</dcterms:created>
  <dcterms:modified xsi:type="dcterms:W3CDTF">2022-09-28T02:11:25Z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6142F759C9AE4E3381D71D70F6A641AB</vt:lpwstr>
  </property>
  <property fmtid="{D5CDD505-2E9C-101B-9397-08002B2CF9AE}" pid="3" name="KSOProductBuildVer">
    <vt:lpwstr>2052-11.1.0.12358</vt:lpwstr>
  </property>
</Properties>
</file>